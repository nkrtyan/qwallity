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372" r:id="rId2"/>
    <p:sldId id="500" r:id="rId3"/>
    <p:sldId id="511" r:id="rId4"/>
    <p:sldId id="512" r:id="rId5"/>
    <p:sldId id="503" r:id="rId6"/>
    <p:sldId id="504" r:id="rId7"/>
    <p:sldId id="371" r:id="rId8"/>
    <p:sldId id="502" r:id="rId9"/>
  </p:sldIdLst>
  <p:sldSz cx="10693400" cy="7562850"/>
  <p:notesSz cx="10693400" cy="7562850"/>
  <p:embeddedFontLst>
    <p:embeddedFont>
      <p:font typeface="Muli Light" panose="020B0604020202020204" charset="0"/>
      <p:regular r:id="rId12"/>
      <p:italic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ykuhi Tangyan" initials="HT" lastIdx="1" clrIdx="0">
    <p:extLst>
      <p:ext uri="{19B8F6BF-5375-455C-9EA6-DF929625EA0E}">
        <p15:presenceInfo xmlns:p15="http://schemas.microsoft.com/office/powerpoint/2012/main" userId="S::Haykuhi.Tangyan@volo.global::241e6e0d-da5e-43ae-9aa2-bc7c16e0738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C0EE"/>
    <a:srgbClr val="25E79B"/>
    <a:srgbClr val="058FF9"/>
    <a:srgbClr val="333C4E"/>
    <a:srgbClr val="F9604B"/>
    <a:srgbClr val="05D1AE"/>
    <a:srgbClr val="FFF78D"/>
    <a:srgbClr val="3EF78E"/>
    <a:srgbClr val="F2F2F2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4C4414-3D11-D2FD-399A-6C67428DD541}" v="43" dt="2025-08-07T10:42:48.132"/>
    <p1510:client id="{1B6DB255-4E78-5580-21CF-4E995B60D3F9}" v="599" dt="2025-08-06T14:39:06.319"/>
    <p1510:client id="{4D0E6077-1ACD-3136-D77B-B2DF399FF317}" v="137" dt="2025-08-07T07:10:52.202"/>
    <p1510:client id="{7A8423F2-74B2-5516-6ABB-B29AEDD48B8E}" v="94" dt="2025-08-06T14:46:46.452"/>
    <p1510:client id="{94B5D2D2-0E22-795F-7A16-A1D191640070}" v="149" dt="2025-08-06T16:42:25.020"/>
    <p1510:client id="{BEDC2A97-6F26-3372-71F2-B6A220F9CDB7}" v="6" dt="2025-08-08T11:13:13.138"/>
    <p1510:client id="{CDF5325C-53BF-5889-1927-21C9DD3FC30B}" v="98" dt="2025-08-07T06:13:34.336"/>
    <p1510:client id="{D68CB71B-68E0-4F66-9EB1-904723403E1C}" v="19" dt="2025-08-06T14:32:35.56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29" autoAdjust="0"/>
    <p:restoredTop sz="94660"/>
  </p:normalViewPr>
  <p:slideViewPr>
    <p:cSldViewPr snapToGrid="0">
      <p:cViewPr varScale="1">
        <p:scale>
          <a:sx n="98" d="100"/>
          <a:sy n="98" d="100"/>
        </p:scale>
        <p:origin x="17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rmine Petrosyan" userId="S::hermine.petrosyan@volo.global::265afe5d-efae-43f9-b194-f147a212a897" providerId="AD" clId="Web-{0D4C4414-3D11-D2FD-399A-6C67428DD541}"/>
    <pc:docChg chg="modSld">
      <pc:chgData name="Hermine Petrosyan" userId="S::hermine.petrosyan@volo.global::265afe5d-efae-43f9-b194-f147a212a897" providerId="AD" clId="Web-{0D4C4414-3D11-D2FD-399A-6C67428DD541}" dt="2025-08-07T10:42:48.132" v="22" actId="20577"/>
      <pc:docMkLst>
        <pc:docMk/>
      </pc:docMkLst>
      <pc:sldChg chg="modSp">
        <pc:chgData name="Hermine Petrosyan" userId="S::hermine.petrosyan@volo.global::265afe5d-efae-43f9-b194-f147a212a897" providerId="AD" clId="Web-{0D4C4414-3D11-D2FD-399A-6C67428DD541}" dt="2025-08-07T10:42:48.132" v="22" actId="20577"/>
        <pc:sldMkLst>
          <pc:docMk/>
          <pc:sldMk cId="3080394338" sldId="457"/>
        </pc:sldMkLst>
        <pc:spChg chg="mod">
          <ac:chgData name="Hermine Petrosyan" userId="S::hermine.petrosyan@volo.global::265afe5d-efae-43f9-b194-f147a212a897" providerId="AD" clId="Web-{0D4C4414-3D11-D2FD-399A-6C67428DD541}" dt="2025-08-07T10:42:48.132" v="22" actId="20577"/>
          <ac:spMkLst>
            <pc:docMk/>
            <pc:sldMk cId="3080394338" sldId="457"/>
            <ac:spMk id="5" creationId="{0CE1A0D4-6BEF-DF34-6179-5DE5BCC7CFB1}"/>
          </ac:spMkLst>
        </pc:spChg>
        <pc:picChg chg="mod">
          <ac:chgData name="Hermine Petrosyan" userId="S::hermine.petrosyan@volo.global::265afe5d-efae-43f9-b194-f147a212a897" providerId="AD" clId="Web-{0D4C4414-3D11-D2FD-399A-6C67428DD541}" dt="2025-08-07T10:42:38.694" v="20" actId="1076"/>
          <ac:picMkLst>
            <pc:docMk/>
            <pc:sldMk cId="3080394338" sldId="457"/>
            <ac:picMk id="2" creationId="{A9FF0409-81E4-1AB2-1BB1-09DF4DF7D2E3}"/>
          </ac:picMkLst>
        </pc:picChg>
      </pc:sldChg>
      <pc:sldChg chg="modSp">
        <pc:chgData name="Hermine Petrosyan" userId="S::hermine.petrosyan@volo.global::265afe5d-efae-43f9-b194-f147a212a897" providerId="AD" clId="Web-{0D4C4414-3D11-D2FD-399A-6C67428DD541}" dt="2025-08-07T06:50:24.840" v="19" actId="20577"/>
        <pc:sldMkLst>
          <pc:docMk/>
          <pc:sldMk cId="3966066650" sldId="493"/>
        </pc:sldMkLst>
        <pc:spChg chg="mod">
          <ac:chgData name="Hermine Petrosyan" userId="S::hermine.petrosyan@volo.global::265afe5d-efae-43f9-b194-f147a212a897" providerId="AD" clId="Web-{0D4C4414-3D11-D2FD-399A-6C67428DD541}" dt="2025-08-07T06:50:24.840" v="19" actId="20577"/>
          <ac:spMkLst>
            <pc:docMk/>
            <pc:sldMk cId="3966066650" sldId="493"/>
            <ac:spMk id="17" creationId="{9CB94886-CED4-75F5-5A11-DBA89272B201}"/>
          </ac:spMkLst>
        </pc:spChg>
      </pc:sldChg>
    </pc:docChg>
  </pc:docChgLst>
  <pc:docChgLst>
    <pc:chgData name="Astghik Khachatryan" userId="S::astghik.khachatryan@volo.global::56eb86ee-8df5-4475-8a1d-81d2c33d5f48" providerId="AD" clId="Web-{CDF5325C-53BF-5889-1927-21C9DD3FC30B}"/>
    <pc:docChg chg="modSld">
      <pc:chgData name="Astghik Khachatryan" userId="S::astghik.khachatryan@volo.global::56eb86ee-8df5-4475-8a1d-81d2c33d5f48" providerId="AD" clId="Web-{CDF5325C-53BF-5889-1927-21C9DD3FC30B}" dt="2025-08-07T06:13:34.336" v="56" actId="20577"/>
      <pc:docMkLst>
        <pc:docMk/>
      </pc:docMkLst>
      <pc:sldChg chg="modSp">
        <pc:chgData name="Astghik Khachatryan" userId="S::astghik.khachatryan@volo.global::56eb86ee-8df5-4475-8a1d-81d2c33d5f48" providerId="AD" clId="Web-{CDF5325C-53BF-5889-1927-21C9DD3FC30B}" dt="2025-08-07T06:13:34.336" v="56" actId="20577"/>
        <pc:sldMkLst>
          <pc:docMk/>
          <pc:sldMk cId="3966066650" sldId="493"/>
        </pc:sldMkLst>
        <pc:spChg chg="mod">
          <ac:chgData name="Astghik Khachatryan" userId="S::astghik.khachatryan@volo.global::56eb86ee-8df5-4475-8a1d-81d2c33d5f48" providerId="AD" clId="Web-{CDF5325C-53BF-5889-1927-21C9DD3FC30B}" dt="2025-08-07T06:12:30.846" v="45" actId="20577"/>
          <ac:spMkLst>
            <pc:docMk/>
            <pc:sldMk cId="3966066650" sldId="493"/>
            <ac:spMk id="17" creationId="{9CB94886-CED4-75F5-5A11-DBA89272B201}"/>
          </ac:spMkLst>
        </pc:spChg>
        <pc:spChg chg="mod">
          <ac:chgData name="Astghik Khachatryan" userId="S::astghik.khachatryan@volo.global::56eb86ee-8df5-4475-8a1d-81d2c33d5f48" providerId="AD" clId="Web-{CDF5325C-53BF-5889-1927-21C9DD3FC30B}" dt="2025-08-07T06:12:50.723" v="51" actId="20577"/>
          <ac:spMkLst>
            <pc:docMk/>
            <pc:sldMk cId="3966066650" sldId="493"/>
            <ac:spMk id="19" creationId="{DE4A1B67-02D7-3444-089E-3B977CC7EB5C}"/>
          </ac:spMkLst>
        </pc:spChg>
        <pc:spChg chg="mod">
          <ac:chgData name="Astghik Khachatryan" userId="S::astghik.khachatryan@volo.global::56eb86ee-8df5-4475-8a1d-81d2c33d5f48" providerId="AD" clId="Web-{CDF5325C-53BF-5889-1927-21C9DD3FC30B}" dt="2025-08-07T06:13:34.336" v="56" actId="20577"/>
          <ac:spMkLst>
            <pc:docMk/>
            <pc:sldMk cId="3966066650" sldId="493"/>
            <ac:spMk id="21" creationId="{69ABBF29-7F60-56D0-39EC-4C50A5EE398D}"/>
          </ac:spMkLst>
        </pc:spChg>
      </pc:sldChg>
    </pc:docChg>
  </pc:docChgLst>
  <pc:docChgLst>
    <pc:chgData name="Hermine Petrosyan" userId="S::hermine.petrosyan@volo.global::265afe5d-efae-43f9-b194-f147a212a897" providerId="AD" clId="Web-{94B5D2D2-0E22-795F-7A16-A1D191640070}"/>
    <pc:docChg chg="addSld delSld modSld">
      <pc:chgData name="Hermine Petrosyan" userId="S::hermine.petrosyan@volo.global::265afe5d-efae-43f9-b194-f147a212a897" providerId="AD" clId="Web-{94B5D2D2-0E22-795F-7A16-A1D191640070}" dt="2025-08-06T16:42:23.989" v="98"/>
      <pc:docMkLst>
        <pc:docMk/>
      </pc:docMkLst>
      <pc:sldChg chg="addSp delSp modSp">
        <pc:chgData name="Hermine Petrosyan" userId="S::hermine.petrosyan@volo.global::265afe5d-efae-43f9-b194-f147a212a897" providerId="AD" clId="Web-{94B5D2D2-0E22-795F-7A16-A1D191640070}" dt="2025-08-06T16:17:07.235" v="26"/>
        <pc:sldMkLst>
          <pc:docMk/>
          <pc:sldMk cId="2005017778" sldId="392"/>
        </pc:sldMkLst>
        <pc:picChg chg="add mod">
          <ac:chgData name="Hermine Petrosyan" userId="S::hermine.petrosyan@volo.global::265afe5d-efae-43f9-b194-f147a212a897" providerId="AD" clId="Web-{94B5D2D2-0E22-795F-7A16-A1D191640070}" dt="2025-08-06T16:17:07.235" v="26"/>
          <ac:picMkLst>
            <pc:docMk/>
            <pc:sldMk cId="2005017778" sldId="392"/>
            <ac:picMk id="2" creationId="{C0739BB3-072A-E078-49B1-8C851A16373F}"/>
          </ac:picMkLst>
        </pc:picChg>
      </pc:sldChg>
      <pc:sldChg chg="addSp delSp modSp">
        <pc:chgData name="Hermine Petrosyan" userId="S::hermine.petrosyan@volo.global::265afe5d-efae-43f9-b194-f147a212a897" providerId="AD" clId="Web-{94B5D2D2-0E22-795F-7A16-A1D191640070}" dt="2025-08-06T16:32:54.917" v="77"/>
        <pc:sldMkLst>
          <pc:docMk/>
          <pc:sldMk cId="2123540123" sldId="394"/>
        </pc:sldMkLst>
        <pc:picChg chg="add mod">
          <ac:chgData name="Hermine Petrosyan" userId="S::hermine.petrosyan@volo.global::265afe5d-efae-43f9-b194-f147a212a897" providerId="AD" clId="Web-{94B5D2D2-0E22-795F-7A16-A1D191640070}" dt="2025-08-06T16:32:54.917" v="77"/>
          <ac:picMkLst>
            <pc:docMk/>
            <pc:sldMk cId="2123540123" sldId="394"/>
            <ac:picMk id="2" creationId="{06D421FC-538D-52AC-0563-BD1BF45FD4E8}"/>
          </ac:picMkLst>
        </pc:picChg>
      </pc:sldChg>
      <pc:sldChg chg="addSp delSp modSp">
        <pc:chgData name="Hermine Petrosyan" userId="S::hermine.petrosyan@volo.global::265afe5d-efae-43f9-b194-f147a212a897" providerId="AD" clId="Web-{94B5D2D2-0E22-795F-7A16-A1D191640070}" dt="2025-08-06T14:46:41.257" v="6" actId="1076"/>
        <pc:sldMkLst>
          <pc:docMk/>
          <pc:sldMk cId="492837255" sldId="405"/>
        </pc:sldMkLst>
        <pc:picChg chg="add mod">
          <ac:chgData name="Hermine Petrosyan" userId="S::hermine.petrosyan@volo.global::265afe5d-efae-43f9-b194-f147a212a897" providerId="AD" clId="Web-{94B5D2D2-0E22-795F-7A16-A1D191640070}" dt="2025-08-06T14:46:41.257" v="6" actId="1076"/>
          <ac:picMkLst>
            <pc:docMk/>
            <pc:sldMk cId="492837255" sldId="405"/>
            <ac:picMk id="4" creationId="{29A2ED81-6850-B990-DCE4-724D96EA591D}"/>
          </ac:picMkLst>
        </pc:picChg>
      </pc:sldChg>
      <pc:sldChg chg="addSp delSp modSp">
        <pc:chgData name="Hermine Petrosyan" userId="S::hermine.petrosyan@volo.global::265afe5d-efae-43f9-b194-f147a212a897" providerId="AD" clId="Web-{94B5D2D2-0E22-795F-7A16-A1D191640070}" dt="2025-08-06T16:40:19.922" v="90"/>
        <pc:sldMkLst>
          <pc:docMk/>
          <pc:sldMk cId="3193265714" sldId="406"/>
        </pc:sldMkLst>
        <pc:picChg chg="add mod">
          <ac:chgData name="Hermine Petrosyan" userId="S::hermine.petrosyan@volo.global::265afe5d-efae-43f9-b194-f147a212a897" providerId="AD" clId="Web-{94B5D2D2-0E22-795F-7A16-A1D191640070}" dt="2025-08-06T16:40:19.922" v="90"/>
          <ac:picMkLst>
            <pc:docMk/>
            <pc:sldMk cId="3193265714" sldId="406"/>
            <ac:picMk id="2" creationId="{2CD44501-11C1-9FFC-5459-89EB5DC2BFBD}"/>
          </ac:picMkLst>
        </pc:picChg>
      </pc:sldChg>
      <pc:sldChg chg="addSp modSp">
        <pc:chgData name="Hermine Petrosyan" userId="S::hermine.petrosyan@volo.global::265afe5d-efae-43f9-b194-f147a212a897" providerId="AD" clId="Web-{94B5D2D2-0E22-795F-7A16-A1D191640070}" dt="2025-08-06T14:43:46.877" v="3" actId="14100"/>
        <pc:sldMkLst>
          <pc:docMk/>
          <pc:sldMk cId="2927024517" sldId="415"/>
        </pc:sldMkLst>
        <pc:picChg chg="add mod">
          <ac:chgData name="Hermine Petrosyan" userId="S::hermine.petrosyan@volo.global::265afe5d-efae-43f9-b194-f147a212a897" providerId="AD" clId="Web-{94B5D2D2-0E22-795F-7A16-A1D191640070}" dt="2025-08-06T14:43:46.877" v="3" actId="14100"/>
          <ac:picMkLst>
            <pc:docMk/>
            <pc:sldMk cId="2927024517" sldId="415"/>
            <ac:picMk id="2" creationId="{7B5A53F3-5C1C-15D3-8EEC-14C4452B4282}"/>
          </ac:picMkLst>
        </pc:picChg>
      </pc:sldChg>
      <pc:sldChg chg="addSp delSp modSp">
        <pc:chgData name="Hermine Petrosyan" userId="S::hermine.petrosyan@volo.global::265afe5d-efae-43f9-b194-f147a212a897" providerId="AD" clId="Web-{94B5D2D2-0E22-795F-7A16-A1D191640070}" dt="2025-08-06T16:06:55.370" v="19" actId="1076"/>
        <pc:sldMkLst>
          <pc:docMk/>
          <pc:sldMk cId="2669407259" sldId="450"/>
        </pc:sldMkLst>
        <pc:picChg chg="add mod">
          <ac:chgData name="Hermine Petrosyan" userId="S::hermine.petrosyan@volo.global::265afe5d-efae-43f9-b194-f147a212a897" providerId="AD" clId="Web-{94B5D2D2-0E22-795F-7A16-A1D191640070}" dt="2025-08-06T16:06:55.370" v="19" actId="1076"/>
          <ac:picMkLst>
            <pc:docMk/>
            <pc:sldMk cId="2669407259" sldId="450"/>
            <ac:picMk id="2" creationId="{F383D15F-3036-C7BF-C85A-799B558B9CA4}"/>
          </ac:picMkLst>
        </pc:picChg>
      </pc:sldChg>
      <pc:sldChg chg="addSp delSp modSp">
        <pc:chgData name="Hermine Petrosyan" userId="S::hermine.petrosyan@volo.global::265afe5d-efae-43f9-b194-f147a212a897" providerId="AD" clId="Web-{94B5D2D2-0E22-795F-7A16-A1D191640070}" dt="2025-08-06T16:42:11.363" v="94"/>
        <pc:sldMkLst>
          <pc:docMk/>
          <pc:sldMk cId="1882393564" sldId="452"/>
        </pc:sldMkLst>
        <pc:picChg chg="add mod">
          <ac:chgData name="Hermine Petrosyan" userId="S::hermine.petrosyan@volo.global::265afe5d-efae-43f9-b194-f147a212a897" providerId="AD" clId="Web-{94B5D2D2-0E22-795F-7A16-A1D191640070}" dt="2025-08-06T16:42:11.363" v="94"/>
          <ac:picMkLst>
            <pc:docMk/>
            <pc:sldMk cId="1882393564" sldId="452"/>
            <ac:picMk id="2" creationId="{AD89A22E-F880-43BF-9BA5-924721A7A47F}"/>
          </ac:picMkLst>
        </pc:picChg>
      </pc:sldChg>
      <pc:sldChg chg="addSp delSp modSp">
        <pc:chgData name="Hermine Petrosyan" userId="S::hermine.petrosyan@volo.global::265afe5d-efae-43f9-b194-f147a212a897" providerId="AD" clId="Web-{94B5D2D2-0E22-795F-7A16-A1D191640070}" dt="2025-08-06T16:40:50.875" v="92"/>
        <pc:sldMkLst>
          <pc:docMk/>
          <pc:sldMk cId="2300042998" sldId="466"/>
        </pc:sldMkLst>
        <pc:picChg chg="add mod">
          <ac:chgData name="Hermine Petrosyan" userId="S::hermine.petrosyan@volo.global::265afe5d-efae-43f9-b194-f147a212a897" providerId="AD" clId="Web-{94B5D2D2-0E22-795F-7A16-A1D191640070}" dt="2025-08-06T16:40:50.875" v="92"/>
          <ac:picMkLst>
            <pc:docMk/>
            <pc:sldMk cId="2300042998" sldId="466"/>
            <ac:picMk id="2" creationId="{5BD39745-DDB6-CDAD-18CD-D23CF21B801E}"/>
          </ac:picMkLst>
        </pc:picChg>
      </pc:sldChg>
      <pc:sldChg chg="addSp delSp modSp">
        <pc:chgData name="Hermine Petrosyan" userId="S::hermine.petrosyan@volo.global::265afe5d-efae-43f9-b194-f147a212a897" providerId="AD" clId="Web-{94B5D2D2-0E22-795F-7A16-A1D191640070}" dt="2025-08-06T16:38:46.452" v="88"/>
        <pc:sldMkLst>
          <pc:docMk/>
          <pc:sldMk cId="2740550410" sldId="467"/>
        </pc:sldMkLst>
        <pc:picChg chg="add mod">
          <ac:chgData name="Hermine Petrosyan" userId="S::hermine.petrosyan@volo.global::265afe5d-efae-43f9-b194-f147a212a897" providerId="AD" clId="Web-{94B5D2D2-0E22-795F-7A16-A1D191640070}" dt="2025-08-06T16:38:46.452" v="88"/>
          <ac:picMkLst>
            <pc:docMk/>
            <pc:sldMk cId="2740550410" sldId="467"/>
            <ac:picMk id="2" creationId="{26B1D2A9-4576-21D4-90F7-D0A6622FD6EB}"/>
          </ac:picMkLst>
        </pc:picChg>
      </pc:sldChg>
      <pc:sldChg chg="addSp delSp modSp add del">
        <pc:chgData name="Hermine Petrosyan" userId="S::hermine.petrosyan@volo.global::265afe5d-efae-43f9-b194-f147a212a897" providerId="AD" clId="Web-{94B5D2D2-0E22-795F-7A16-A1D191640070}" dt="2025-08-06T16:42:23.989" v="98"/>
        <pc:sldMkLst>
          <pc:docMk/>
          <pc:sldMk cId="877809873" sldId="470"/>
        </pc:sldMkLst>
        <pc:picChg chg="add mod">
          <ac:chgData name="Hermine Petrosyan" userId="S::hermine.petrosyan@volo.global::265afe5d-efae-43f9-b194-f147a212a897" providerId="AD" clId="Web-{94B5D2D2-0E22-795F-7A16-A1D191640070}" dt="2025-08-06T16:42:23.989" v="98"/>
          <ac:picMkLst>
            <pc:docMk/>
            <pc:sldMk cId="877809873" sldId="470"/>
            <ac:picMk id="2" creationId="{78F851CB-EC55-8B32-E77A-D8215EE4D980}"/>
          </ac:picMkLst>
        </pc:picChg>
      </pc:sldChg>
      <pc:sldChg chg="addSp delSp modSp">
        <pc:chgData name="Hermine Petrosyan" userId="S::hermine.petrosyan@volo.global::265afe5d-efae-43f9-b194-f147a212a897" providerId="AD" clId="Web-{94B5D2D2-0E22-795F-7A16-A1D191640070}" dt="2025-08-06T16:11:25.368" v="24"/>
        <pc:sldMkLst>
          <pc:docMk/>
          <pc:sldMk cId="320970032" sldId="482"/>
        </pc:sldMkLst>
        <pc:picChg chg="add mod">
          <ac:chgData name="Hermine Petrosyan" userId="S::hermine.petrosyan@volo.global::265afe5d-efae-43f9-b194-f147a212a897" providerId="AD" clId="Web-{94B5D2D2-0E22-795F-7A16-A1D191640070}" dt="2025-08-06T16:11:25.368" v="24"/>
          <ac:picMkLst>
            <pc:docMk/>
            <pc:sldMk cId="320970032" sldId="482"/>
            <ac:picMk id="4" creationId="{CA486D53-623B-8ECA-7A7B-B2E48203B830}"/>
          </ac:picMkLst>
        </pc:picChg>
      </pc:sldChg>
      <pc:sldChg chg="addSp delSp modSp">
        <pc:chgData name="Hermine Petrosyan" userId="S::hermine.petrosyan@volo.global::265afe5d-efae-43f9-b194-f147a212a897" providerId="AD" clId="Web-{94B5D2D2-0E22-795F-7A16-A1D191640070}" dt="2025-08-06T16:27:22.376" v="64" actId="1076"/>
        <pc:sldMkLst>
          <pc:docMk/>
          <pc:sldMk cId="4283773639" sldId="483"/>
        </pc:sldMkLst>
        <pc:picChg chg="add mod">
          <ac:chgData name="Hermine Petrosyan" userId="S::hermine.petrosyan@volo.global::265afe5d-efae-43f9-b194-f147a212a897" providerId="AD" clId="Web-{94B5D2D2-0E22-795F-7A16-A1D191640070}" dt="2025-08-06T16:27:22.376" v="64" actId="1076"/>
          <ac:picMkLst>
            <pc:docMk/>
            <pc:sldMk cId="4283773639" sldId="483"/>
            <ac:picMk id="2" creationId="{1C16F6C1-1E46-426D-F8EE-AC4BC40C33F1}"/>
          </ac:picMkLst>
        </pc:picChg>
      </pc:sldChg>
      <pc:sldChg chg="addSp delSp modSp">
        <pc:chgData name="Hermine Petrosyan" userId="S::hermine.petrosyan@volo.global::265afe5d-efae-43f9-b194-f147a212a897" providerId="AD" clId="Web-{94B5D2D2-0E22-795F-7A16-A1D191640070}" dt="2025-08-06T16:23:51.584" v="59"/>
        <pc:sldMkLst>
          <pc:docMk/>
          <pc:sldMk cId="1666984364" sldId="484"/>
        </pc:sldMkLst>
        <pc:picChg chg="add mod">
          <ac:chgData name="Hermine Petrosyan" userId="S::hermine.petrosyan@volo.global::265afe5d-efae-43f9-b194-f147a212a897" providerId="AD" clId="Web-{94B5D2D2-0E22-795F-7A16-A1D191640070}" dt="2025-08-06T16:23:51.584" v="59"/>
          <ac:picMkLst>
            <pc:docMk/>
            <pc:sldMk cId="1666984364" sldId="484"/>
            <ac:picMk id="2" creationId="{CC0A7F92-109F-9302-EAD2-8F69FB67D182}"/>
          </ac:picMkLst>
        </pc:picChg>
      </pc:sldChg>
      <pc:sldChg chg="addSp delSp modSp">
        <pc:chgData name="Hermine Petrosyan" userId="S::hermine.petrosyan@volo.global::265afe5d-efae-43f9-b194-f147a212a897" providerId="AD" clId="Web-{94B5D2D2-0E22-795F-7A16-A1D191640070}" dt="2025-08-06T16:37:10.139" v="86" actId="14100"/>
        <pc:sldMkLst>
          <pc:docMk/>
          <pc:sldMk cId="2899615498" sldId="485"/>
        </pc:sldMkLst>
        <pc:spChg chg="mod">
          <ac:chgData name="Hermine Petrosyan" userId="S::hermine.petrosyan@volo.global::265afe5d-efae-43f9-b194-f147a212a897" providerId="AD" clId="Web-{94B5D2D2-0E22-795F-7A16-A1D191640070}" dt="2025-08-06T16:36:49.779" v="83" actId="20577"/>
          <ac:spMkLst>
            <pc:docMk/>
            <pc:sldMk cId="2899615498" sldId="485"/>
            <ac:spMk id="10" creationId="{725779B4-B8FC-A184-C05C-D170F549FD1C}"/>
          </ac:spMkLst>
        </pc:spChg>
        <pc:picChg chg="add mod">
          <ac:chgData name="Hermine Petrosyan" userId="S::hermine.petrosyan@volo.global::265afe5d-efae-43f9-b194-f147a212a897" providerId="AD" clId="Web-{94B5D2D2-0E22-795F-7A16-A1D191640070}" dt="2025-08-06T16:37:10.139" v="86" actId="14100"/>
          <ac:picMkLst>
            <pc:docMk/>
            <pc:sldMk cId="2899615498" sldId="485"/>
            <ac:picMk id="2" creationId="{EB8CD56A-2A18-CB2D-8513-098B2228C39E}"/>
          </ac:picMkLst>
        </pc:picChg>
      </pc:sldChg>
      <pc:sldChg chg="modSp">
        <pc:chgData name="Hermine Petrosyan" userId="S::hermine.petrosyan@volo.global::265afe5d-efae-43f9-b194-f147a212a897" providerId="AD" clId="Web-{94B5D2D2-0E22-795F-7A16-A1D191640070}" dt="2025-08-06T16:22:08.692" v="57" actId="20577"/>
        <pc:sldMkLst>
          <pc:docMk/>
          <pc:sldMk cId="2370367982" sldId="489"/>
        </pc:sldMkLst>
        <pc:spChg chg="mod">
          <ac:chgData name="Hermine Petrosyan" userId="S::hermine.petrosyan@volo.global::265afe5d-efae-43f9-b194-f147a212a897" providerId="AD" clId="Web-{94B5D2D2-0E22-795F-7A16-A1D191640070}" dt="2025-08-06T16:22:08.692" v="57" actId="20577"/>
          <ac:spMkLst>
            <pc:docMk/>
            <pc:sldMk cId="2370367982" sldId="489"/>
            <ac:spMk id="15" creationId="{7EC2C653-8D30-C59D-F56C-AC74E7647D51}"/>
          </ac:spMkLst>
        </pc:spChg>
      </pc:sldChg>
      <pc:sldChg chg="addSp delSp modSp">
        <pc:chgData name="Hermine Petrosyan" userId="S::hermine.petrosyan@volo.global::265afe5d-efae-43f9-b194-f147a212a897" providerId="AD" clId="Web-{94B5D2D2-0E22-795F-7A16-A1D191640070}" dt="2025-08-06T16:25:42.667" v="61"/>
        <pc:sldMkLst>
          <pc:docMk/>
          <pc:sldMk cId="3563534366" sldId="492"/>
        </pc:sldMkLst>
        <pc:picChg chg="add mod">
          <ac:chgData name="Hermine Petrosyan" userId="S::hermine.petrosyan@volo.global::265afe5d-efae-43f9-b194-f147a212a897" providerId="AD" clId="Web-{94B5D2D2-0E22-795F-7A16-A1D191640070}" dt="2025-08-06T16:25:42.667" v="61"/>
          <ac:picMkLst>
            <pc:docMk/>
            <pc:sldMk cId="3563534366" sldId="492"/>
            <ac:picMk id="2" creationId="{3B55EF78-09FC-C729-67B6-EC649BBB6ACF}"/>
          </ac:picMkLst>
        </pc:picChg>
      </pc:sldChg>
      <pc:sldChg chg="modSp">
        <pc:chgData name="Hermine Petrosyan" userId="S::hermine.petrosyan@volo.global::265afe5d-efae-43f9-b194-f147a212a897" providerId="AD" clId="Web-{94B5D2D2-0E22-795F-7A16-A1D191640070}" dt="2025-08-06T14:49:27.823" v="14" actId="20577"/>
        <pc:sldMkLst>
          <pc:docMk/>
          <pc:sldMk cId="1879637560" sldId="494"/>
        </pc:sldMkLst>
        <pc:spChg chg="mod">
          <ac:chgData name="Hermine Petrosyan" userId="S::hermine.petrosyan@volo.global::265afe5d-efae-43f9-b194-f147a212a897" providerId="AD" clId="Web-{94B5D2D2-0E22-795F-7A16-A1D191640070}" dt="2025-08-06T14:49:27.823" v="14" actId="20577"/>
          <ac:spMkLst>
            <pc:docMk/>
            <pc:sldMk cId="1879637560" sldId="494"/>
            <ac:spMk id="18" creationId="{6757818A-6F5E-541A-AB7D-7C0E20A26CEF}"/>
          </ac:spMkLst>
        </pc:spChg>
      </pc:sldChg>
      <pc:sldChg chg="modSp">
        <pc:chgData name="Hermine Petrosyan" userId="S::hermine.petrosyan@volo.global::265afe5d-efae-43f9-b194-f147a212a897" providerId="AD" clId="Web-{94B5D2D2-0E22-795F-7A16-A1D191640070}" dt="2025-08-06T16:31:33.462" v="75" actId="20577"/>
        <pc:sldMkLst>
          <pc:docMk/>
          <pc:sldMk cId="1609113063" sldId="495"/>
        </pc:sldMkLst>
        <pc:spChg chg="mod">
          <ac:chgData name="Hermine Petrosyan" userId="S::hermine.petrosyan@volo.global::265afe5d-efae-43f9-b194-f147a212a897" providerId="AD" clId="Web-{94B5D2D2-0E22-795F-7A16-A1D191640070}" dt="2025-08-06T16:31:33.462" v="75" actId="20577"/>
          <ac:spMkLst>
            <pc:docMk/>
            <pc:sldMk cId="1609113063" sldId="495"/>
            <ac:spMk id="15" creationId="{32D7DEF4-6618-6136-87AA-7AAC3CF8FA0A}"/>
          </ac:spMkLst>
        </pc:spChg>
      </pc:sldChg>
      <pc:sldChg chg="addSp modSp">
        <pc:chgData name="Hermine Petrosyan" userId="S::hermine.petrosyan@volo.global::265afe5d-efae-43f9-b194-f147a212a897" providerId="AD" clId="Web-{94B5D2D2-0E22-795F-7A16-A1D191640070}" dt="2025-08-06T16:34:25.356" v="78"/>
        <pc:sldMkLst>
          <pc:docMk/>
          <pc:sldMk cId="1260841636" sldId="497"/>
        </pc:sldMkLst>
        <pc:picChg chg="add mod">
          <ac:chgData name="Hermine Petrosyan" userId="S::hermine.petrosyan@volo.global::265afe5d-efae-43f9-b194-f147a212a897" providerId="AD" clId="Web-{94B5D2D2-0E22-795F-7A16-A1D191640070}" dt="2025-08-06T16:34:25.356" v="78"/>
          <ac:picMkLst>
            <pc:docMk/>
            <pc:sldMk cId="1260841636" sldId="497"/>
            <ac:picMk id="4" creationId="{26D4CD1E-C4CA-67EA-1C91-9BCD5999E6B4}"/>
          </ac:picMkLst>
        </pc:picChg>
      </pc:sldChg>
      <pc:sldChg chg="new del">
        <pc:chgData name="Hermine Petrosyan" userId="S::hermine.petrosyan@volo.global::265afe5d-efae-43f9-b194-f147a212a897" providerId="AD" clId="Web-{94B5D2D2-0E22-795F-7A16-A1D191640070}" dt="2025-08-06T14:39:56.678" v="1"/>
        <pc:sldMkLst>
          <pc:docMk/>
          <pc:sldMk cId="1183160829" sldId="498"/>
        </pc:sldMkLst>
      </pc:sldChg>
    </pc:docChg>
  </pc:docChgLst>
  <pc:docChgLst>
    <pc:chgData name="Hermine Petrosyan" userId="S::hermine.petrosyan@volo.global::265afe5d-efae-43f9-b194-f147a212a897" providerId="AD" clId="Web-{D68CB71B-68E0-4F66-9EB1-904723403E1C}"/>
    <pc:docChg chg="modSld">
      <pc:chgData name="Hermine Petrosyan" userId="S::hermine.petrosyan@volo.global::265afe5d-efae-43f9-b194-f147a212a897" providerId="AD" clId="Web-{D68CB71B-68E0-4F66-9EB1-904723403E1C}" dt="2025-08-06T14:32:35.006" v="8" actId="20577"/>
      <pc:docMkLst>
        <pc:docMk/>
      </pc:docMkLst>
      <pc:sldChg chg="modSp">
        <pc:chgData name="Hermine Petrosyan" userId="S::hermine.petrosyan@volo.global::265afe5d-efae-43f9-b194-f147a212a897" providerId="AD" clId="Web-{D68CB71B-68E0-4F66-9EB1-904723403E1C}" dt="2025-08-06T14:32:35.006" v="8" actId="20577"/>
        <pc:sldMkLst>
          <pc:docMk/>
          <pc:sldMk cId="118370544" sldId="298"/>
        </pc:sldMkLst>
        <pc:spChg chg="mod">
          <ac:chgData name="Hermine Petrosyan" userId="S::hermine.petrosyan@volo.global::265afe5d-efae-43f9-b194-f147a212a897" providerId="AD" clId="Web-{D68CB71B-68E0-4F66-9EB1-904723403E1C}" dt="2025-08-06T14:32:35.006" v="8" actId="20577"/>
          <ac:spMkLst>
            <pc:docMk/>
            <pc:sldMk cId="118370544" sldId="298"/>
            <ac:spMk id="4" creationId="{46B4C553-F23B-1FFF-AF16-C767587CB808}"/>
          </ac:spMkLst>
        </pc:spChg>
      </pc:sldChg>
    </pc:docChg>
  </pc:docChgLst>
  <pc:docChgLst>
    <pc:chgData name="Lilit Stepanyan" userId="f678bdfe-fd7a-4665-960c-7857b5f98e37" providerId="ADAL" clId="{0E502903-B403-4838-A411-AE642651F67A}"/>
    <pc:docChg chg="undo custSel delSld modSld">
      <pc:chgData name="Lilit Stepanyan" userId="f678bdfe-fd7a-4665-960c-7857b5f98e37" providerId="ADAL" clId="{0E502903-B403-4838-A411-AE642651F67A}" dt="2023-12-12T11:10:39.381" v="359"/>
      <pc:docMkLst>
        <pc:docMk/>
      </pc:docMkLst>
      <pc:sldChg chg="modAnim">
        <pc:chgData name="Lilit Stepanyan" userId="f678bdfe-fd7a-4665-960c-7857b5f98e37" providerId="ADAL" clId="{0E502903-B403-4838-A411-AE642651F67A}" dt="2023-12-12T11:09:51.044" v="343"/>
        <pc:sldMkLst>
          <pc:docMk/>
          <pc:sldMk cId="118370544" sldId="298"/>
        </pc:sldMkLst>
      </pc:sldChg>
      <pc:sldChg chg="del">
        <pc:chgData name="Lilit Stepanyan" userId="f678bdfe-fd7a-4665-960c-7857b5f98e37" providerId="ADAL" clId="{0E502903-B403-4838-A411-AE642651F67A}" dt="2023-12-12T09:00:27.169" v="0" actId="47"/>
        <pc:sldMkLst>
          <pc:docMk/>
          <pc:sldMk cId="3449800956" sldId="306"/>
        </pc:sldMkLst>
      </pc:sldChg>
      <pc:sldChg chg="addSp delSp modSp mod setBg">
        <pc:chgData name="Lilit Stepanyan" userId="f678bdfe-fd7a-4665-960c-7857b5f98e37" providerId="ADAL" clId="{0E502903-B403-4838-A411-AE642651F67A}" dt="2023-12-12T10:53:57.077" v="240" actId="1038"/>
        <pc:sldMkLst>
          <pc:docMk/>
          <pc:sldMk cId="3096180783" sldId="330"/>
        </pc:sldMkLst>
      </pc:sldChg>
      <pc:sldChg chg="modAnim">
        <pc:chgData name="Lilit Stepanyan" userId="f678bdfe-fd7a-4665-960c-7857b5f98e37" providerId="ADAL" clId="{0E502903-B403-4838-A411-AE642651F67A}" dt="2023-12-12T11:07:15.394" v="341"/>
        <pc:sldMkLst>
          <pc:docMk/>
          <pc:sldMk cId="3947058264" sldId="331"/>
        </pc:sldMkLst>
      </pc:sldChg>
      <pc:sldChg chg="modAnim">
        <pc:chgData name="Lilit Stepanyan" userId="f678bdfe-fd7a-4665-960c-7857b5f98e37" providerId="ADAL" clId="{0E502903-B403-4838-A411-AE642651F67A}" dt="2023-12-12T11:07:11.971" v="340"/>
        <pc:sldMkLst>
          <pc:docMk/>
          <pc:sldMk cId="1707867631" sldId="334"/>
        </pc:sldMkLst>
      </pc:sldChg>
      <pc:sldChg chg="modAnim">
        <pc:chgData name="Lilit Stepanyan" userId="f678bdfe-fd7a-4665-960c-7857b5f98e37" providerId="ADAL" clId="{0E502903-B403-4838-A411-AE642651F67A}" dt="2023-12-12T11:06:49.010" v="336"/>
        <pc:sldMkLst>
          <pc:docMk/>
          <pc:sldMk cId="334494942" sldId="335"/>
        </pc:sldMkLst>
      </pc:sldChg>
      <pc:sldChg chg="modAnim">
        <pc:chgData name="Lilit Stepanyan" userId="f678bdfe-fd7a-4665-960c-7857b5f98e37" providerId="ADAL" clId="{0E502903-B403-4838-A411-AE642651F67A}" dt="2023-12-12T11:07:02.402" v="339"/>
        <pc:sldMkLst>
          <pc:docMk/>
          <pc:sldMk cId="3988926" sldId="336"/>
        </pc:sldMkLst>
      </pc:sldChg>
      <pc:sldChg chg="modAnim">
        <pc:chgData name="Lilit Stepanyan" userId="f678bdfe-fd7a-4665-960c-7857b5f98e37" providerId="ADAL" clId="{0E502903-B403-4838-A411-AE642651F67A}" dt="2023-12-12T11:06:58.114" v="338"/>
        <pc:sldMkLst>
          <pc:docMk/>
          <pc:sldMk cId="2832160597" sldId="337"/>
        </pc:sldMkLst>
      </pc:sldChg>
      <pc:sldChg chg="modAnim">
        <pc:chgData name="Lilit Stepanyan" userId="f678bdfe-fd7a-4665-960c-7857b5f98e37" providerId="ADAL" clId="{0E502903-B403-4838-A411-AE642651F67A}" dt="2023-12-12T11:04:20.619" v="330"/>
        <pc:sldMkLst>
          <pc:docMk/>
          <pc:sldMk cId="3856875169" sldId="375"/>
        </pc:sldMkLst>
      </pc:sldChg>
      <pc:sldChg chg="modAnim">
        <pc:chgData name="Lilit Stepanyan" userId="f678bdfe-fd7a-4665-960c-7857b5f98e37" providerId="ADAL" clId="{0E502903-B403-4838-A411-AE642651F67A}" dt="2023-12-12T11:09:56.048" v="344"/>
        <pc:sldMkLst>
          <pc:docMk/>
          <pc:sldMk cId="2560296357" sldId="377"/>
        </pc:sldMkLst>
      </pc:sldChg>
      <pc:sldChg chg="modAnim">
        <pc:chgData name="Lilit Stepanyan" userId="f678bdfe-fd7a-4665-960c-7857b5f98e37" providerId="ADAL" clId="{0E502903-B403-4838-A411-AE642651F67A}" dt="2023-12-12T11:09:59.372" v="345"/>
        <pc:sldMkLst>
          <pc:docMk/>
          <pc:sldMk cId="2339423217" sldId="381"/>
        </pc:sldMkLst>
      </pc:sldChg>
      <pc:sldChg chg="modAnim">
        <pc:chgData name="Lilit Stepanyan" userId="f678bdfe-fd7a-4665-960c-7857b5f98e37" providerId="ADAL" clId="{0E502903-B403-4838-A411-AE642651F67A}" dt="2023-12-12T11:10:02.802" v="346"/>
        <pc:sldMkLst>
          <pc:docMk/>
          <pc:sldMk cId="3577688089" sldId="382"/>
        </pc:sldMkLst>
      </pc:sldChg>
      <pc:sldChg chg="modAnim">
        <pc:chgData name="Lilit Stepanyan" userId="f678bdfe-fd7a-4665-960c-7857b5f98e37" providerId="ADAL" clId="{0E502903-B403-4838-A411-AE642651F67A}" dt="2023-12-12T11:07:23.358" v="342"/>
        <pc:sldMkLst>
          <pc:docMk/>
          <pc:sldMk cId="347701405" sldId="383"/>
        </pc:sldMkLst>
      </pc:sldChg>
      <pc:sldChg chg="addSp delSp modSp mod modAnim">
        <pc:chgData name="Lilit Stepanyan" userId="f678bdfe-fd7a-4665-960c-7857b5f98e37" providerId="ADAL" clId="{0E502903-B403-4838-A411-AE642651F67A}" dt="2023-12-12T11:10:39.381" v="359"/>
        <pc:sldMkLst>
          <pc:docMk/>
          <pc:sldMk cId="1455480620" sldId="384"/>
        </pc:sldMkLst>
      </pc:sldChg>
      <pc:sldChg chg="modAnim">
        <pc:chgData name="Lilit Stepanyan" userId="f678bdfe-fd7a-4665-960c-7857b5f98e37" providerId="ADAL" clId="{0E502903-B403-4838-A411-AE642651F67A}" dt="2023-12-12T11:03:29.529" v="316"/>
        <pc:sldMkLst>
          <pc:docMk/>
          <pc:sldMk cId="962453516" sldId="386"/>
        </pc:sldMkLst>
      </pc:sldChg>
    </pc:docChg>
  </pc:docChgLst>
  <pc:docChgLst>
    <pc:chgData name="Hermine Petrosyan" userId="S::hermine.petrosyan@volo.global::265afe5d-efae-43f9-b194-f147a212a897" providerId="AD" clId="Web-{1B6DB255-4E78-5580-21CF-4E995B60D3F9}"/>
    <pc:docChg chg="modSld">
      <pc:chgData name="Hermine Petrosyan" userId="S::hermine.petrosyan@volo.global::265afe5d-efae-43f9-b194-f147a212a897" providerId="AD" clId="Web-{1B6DB255-4E78-5580-21CF-4E995B60D3F9}" dt="2025-08-06T14:39:06.319" v="298"/>
      <pc:docMkLst>
        <pc:docMk/>
      </pc:docMkLst>
      <pc:sldChg chg="modSp">
        <pc:chgData name="Hermine Petrosyan" userId="S::hermine.petrosyan@volo.global::265afe5d-efae-43f9-b194-f147a212a897" providerId="AD" clId="Web-{1B6DB255-4E78-5580-21CF-4E995B60D3F9}" dt="2025-08-06T14:32:27.787" v="3" actId="20577"/>
        <pc:sldMkLst>
          <pc:docMk/>
          <pc:sldMk cId="118370544" sldId="298"/>
        </pc:sldMkLst>
        <pc:spChg chg="mod">
          <ac:chgData name="Hermine Petrosyan" userId="S::hermine.petrosyan@volo.global::265afe5d-efae-43f9-b194-f147a212a897" providerId="AD" clId="Web-{1B6DB255-4E78-5580-21CF-4E995B60D3F9}" dt="2025-08-06T14:32:27.787" v="3" actId="20577"/>
          <ac:spMkLst>
            <pc:docMk/>
            <pc:sldMk cId="118370544" sldId="298"/>
            <ac:spMk id="4" creationId="{46B4C553-F23B-1FFF-AF16-C767587CB808}"/>
          </ac:spMkLst>
        </pc:spChg>
      </pc:sldChg>
      <pc:sldChg chg="delSp">
        <pc:chgData name="Hermine Petrosyan" userId="S::hermine.petrosyan@volo.global::265afe5d-efae-43f9-b194-f147a212a897" providerId="AD" clId="Web-{1B6DB255-4E78-5580-21CF-4E995B60D3F9}" dt="2025-08-06T14:39:06.319" v="298"/>
        <pc:sldMkLst>
          <pc:docMk/>
          <pc:sldMk cId="2927024517" sldId="415"/>
        </pc:sldMkLst>
      </pc:sldChg>
      <pc:sldChg chg="modSp">
        <pc:chgData name="Hermine Petrosyan" userId="S::hermine.petrosyan@volo.global::265afe5d-efae-43f9-b194-f147a212a897" providerId="AD" clId="Web-{1B6DB255-4E78-5580-21CF-4E995B60D3F9}" dt="2025-08-06T14:36:53.394" v="297" actId="20577"/>
        <pc:sldMkLst>
          <pc:docMk/>
          <pc:sldMk cId="1879637560" sldId="494"/>
        </pc:sldMkLst>
        <pc:spChg chg="mod">
          <ac:chgData name="Hermine Petrosyan" userId="S::hermine.petrosyan@volo.global::265afe5d-efae-43f9-b194-f147a212a897" providerId="AD" clId="Web-{1B6DB255-4E78-5580-21CF-4E995B60D3F9}" dt="2025-08-06T14:36:16.736" v="247" actId="20577"/>
          <ac:spMkLst>
            <pc:docMk/>
            <pc:sldMk cId="1879637560" sldId="494"/>
            <ac:spMk id="7" creationId="{EA79FB15-3F92-3ED4-A745-B9FE3E552E3C}"/>
          </ac:spMkLst>
        </pc:spChg>
        <pc:spChg chg="mod">
          <ac:chgData name="Hermine Petrosyan" userId="S::hermine.petrosyan@volo.global::265afe5d-efae-43f9-b194-f147a212a897" providerId="AD" clId="Web-{1B6DB255-4E78-5580-21CF-4E995B60D3F9}" dt="2025-08-06T14:36:38.034" v="279" actId="20577"/>
          <ac:spMkLst>
            <pc:docMk/>
            <pc:sldMk cId="1879637560" sldId="494"/>
            <ac:spMk id="12" creationId="{260B3BA6-F96A-E984-3C70-408214CD5906}"/>
          </ac:spMkLst>
        </pc:spChg>
        <pc:spChg chg="mod">
          <ac:chgData name="Hermine Petrosyan" userId="S::hermine.petrosyan@volo.global::265afe5d-efae-43f9-b194-f147a212a897" providerId="AD" clId="Web-{1B6DB255-4E78-5580-21CF-4E995B60D3F9}" dt="2025-08-06T14:36:53.394" v="297" actId="20577"/>
          <ac:spMkLst>
            <pc:docMk/>
            <pc:sldMk cId="1879637560" sldId="494"/>
            <ac:spMk id="18" creationId="{6757818A-6F5E-541A-AB7D-7C0E20A26CEF}"/>
          </ac:spMkLst>
        </pc:spChg>
      </pc:sldChg>
    </pc:docChg>
  </pc:docChgLst>
  <pc:docChgLst>
    <pc:chgData name="Hermine Petrosyan" userId="S::hermine.petrosyan@volo.global::265afe5d-efae-43f9-b194-f147a212a897" providerId="AD" clId="Web-{4D0E6077-1ACD-3136-D77B-B2DF399FF317}"/>
    <pc:docChg chg="modSld">
      <pc:chgData name="Hermine Petrosyan" userId="S::hermine.petrosyan@volo.global::265afe5d-efae-43f9-b194-f147a212a897" providerId="AD" clId="Web-{4D0E6077-1ACD-3136-D77B-B2DF399FF317}" dt="2025-08-07T07:10:50.811" v="94"/>
      <pc:docMkLst>
        <pc:docMk/>
      </pc:docMkLst>
      <pc:sldChg chg="addSp delSp modSp">
        <pc:chgData name="Hermine Petrosyan" userId="S::hermine.petrosyan@volo.global::265afe5d-efae-43f9-b194-f147a212a897" providerId="AD" clId="Web-{4D0E6077-1ACD-3136-D77B-B2DF399FF317}" dt="2025-08-07T07:10:50.811" v="94"/>
        <pc:sldMkLst>
          <pc:docMk/>
          <pc:sldMk cId="1609113063" sldId="495"/>
        </pc:sldMkLst>
        <pc:spChg chg="mod">
          <ac:chgData name="Hermine Petrosyan" userId="S::hermine.petrosyan@volo.global::265afe5d-efae-43f9-b194-f147a212a897" providerId="AD" clId="Web-{4D0E6077-1ACD-3136-D77B-B2DF399FF317}" dt="2025-08-07T07:10:45.530" v="93" actId="20577"/>
          <ac:spMkLst>
            <pc:docMk/>
            <pc:sldMk cId="1609113063" sldId="495"/>
            <ac:spMk id="15" creationId="{32D7DEF4-6618-6136-87AA-7AAC3CF8FA0A}"/>
          </ac:spMkLst>
        </pc:spChg>
        <pc:graphicFrameChg chg="add mod modGraphic">
          <ac:chgData name="Hermine Petrosyan" userId="S::hermine.petrosyan@volo.global::265afe5d-efae-43f9-b194-f147a212a897" providerId="AD" clId="Web-{4D0E6077-1ACD-3136-D77B-B2DF399FF317}" dt="2025-08-07T07:10:50.811" v="94"/>
          <ac:graphicFrameMkLst>
            <pc:docMk/>
            <pc:sldMk cId="1609113063" sldId="495"/>
            <ac:graphicFrameMk id="4" creationId="{75B1C7DE-AC73-8B92-4B29-15A641D10286}"/>
          </ac:graphicFrameMkLst>
        </pc:graphicFrameChg>
        <pc:graphicFrameChg chg="add del mod modGraphic">
          <ac:chgData name="Hermine Petrosyan" userId="S::hermine.petrosyan@volo.global::265afe5d-efae-43f9-b194-f147a212a897" providerId="AD" clId="Web-{4D0E6077-1ACD-3136-D77B-B2DF399FF317}" dt="2025-08-07T07:09:36.279" v="69"/>
          <ac:graphicFrameMkLst>
            <pc:docMk/>
            <pc:sldMk cId="1609113063" sldId="495"/>
            <ac:graphicFrameMk id="7" creationId="{9A86CAAA-478C-676C-2FB9-8202F9D6A71A}"/>
          </ac:graphicFrameMkLst>
        </pc:graphicFrameChg>
        <pc:graphicFrameChg chg="add del mod">
          <ac:chgData name="Hermine Petrosyan" userId="S::hermine.petrosyan@volo.global::265afe5d-efae-43f9-b194-f147a212a897" providerId="AD" clId="Web-{4D0E6077-1ACD-3136-D77B-B2DF399FF317}" dt="2025-08-07T07:08:04.982" v="18"/>
          <ac:graphicFrameMkLst>
            <pc:docMk/>
            <pc:sldMk cId="1609113063" sldId="495"/>
            <ac:graphicFrameMk id="9" creationId="{CF1455C4-F270-0CC4-48CC-B3118DFB6813}"/>
          </ac:graphicFrameMkLst>
        </pc:graphicFrameChg>
        <pc:graphicFrameChg chg="add del mod modGraphic">
          <ac:chgData name="Hermine Petrosyan" userId="S::hermine.petrosyan@volo.global::265afe5d-efae-43f9-b194-f147a212a897" providerId="AD" clId="Web-{4D0E6077-1ACD-3136-D77B-B2DF399FF317}" dt="2025-08-07T07:09:07.092" v="33"/>
          <ac:graphicFrameMkLst>
            <pc:docMk/>
            <pc:sldMk cId="1609113063" sldId="495"/>
            <ac:graphicFrameMk id="13" creationId="{694F3803-A838-6D3E-A82D-9CA3DF2E993F}"/>
          </ac:graphicFrameMkLst>
        </pc:graphicFrameChg>
        <pc:graphicFrameChg chg="add del mod modGraphic">
          <ac:chgData name="Hermine Petrosyan" userId="S::hermine.petrosyan@volo.global::265afe5d-efae-43f9-b194-f147a212a897" providerId="AD" clId="Web-{4D0E6077-1ACD-3136-D77B-B2DF399FF317}" dt="2025-08-07T07:09:32.295" v="67"/>
          <ac:graphicFrameMkLst>
            <pc:docMk/>
            <pc:sldMk cId="1609113063" sldId="495"/>
            <ac:graphicFrameMk id="16" creationId="{726AC0A8-E46E-92A0-38E2-E0F88EA977E3}"/>
          </ac:graphicFrameMkLst>
        </pc:graphicFrameChg>
        <pc:graphicFrameChg chg="add del mod modGraphic">
          <ac:chgData name="Hermine Petrosyan" userId="S::hermine.petrosyan@volo.global::265afe5d-efae-43f9-b194-f147a212a897" providerId="AD" clId="Web-{4D0E6077-1ACD-3136-D77B-B2DF399FF317}" dt="2025-08-07T07:09:34.561" v="68"/>
          <ac:graphicFrameMkLst>
            <pc:docMk/>
            <pc:sldMk cId="1609113063" sldId="495"/>
            <ac:graphicFrameMk id="18" creationId="{D363D072-99B6-25CC-441A-6B4C91B5B56A}"/>
          </ac:graphicFrameMkLst>
        </pc:graphicFrameChg>
        <pc:graphicFrameChg chg="add del mod">
          <ac:chgData name="Hermine Petrosyan" userId="S::hermine.petrosyan@volo.global::265afe5d-efae-43f9-b194-f147a212a897" providerId="AD" clId="Web-{4D0E6077-1ACD-3136-D77B-B2DF399FF317}" dt="2025-08-07T07:10:06.655" v="80"/>
          <ac:graphicFrameMkLst>
            <pc:docMk/>
            <pc:sldMk cId="1609113063" sldId="495"/>
            <ac:graphicFrameMk id="20" creationId="{20ED6082-14F9-074C-427E-04C540D32C09}"/>
          </ac:graphicFrameMkLst>
        </pc:graphicFrameChg>
      </pc:sldChg>
    </pc:docChg>
  </pc:docChgLst>
  <pc:docChgLst>
    <pc:chgData name="Arman  Melkunyan" userId="S::arman.melkunyan@volo.global::adec0dab-09c2-4077-b9f0-87fcb0743dc9" providerId="AD" clId="Web-{7A8423F2-74B2-5516-6ABB-B29AEDD48B8E}"/>
    <pc:docChg chg="modSld">
      <pc:chgData name="Arman  Melkunyan" userId="S::arman.melkunyan@volo.global::adec0dab-09c2-4077-b9f0-87fcb0743dc9" providerId="AD" clId="Web-{7A8423F2-74B2-5516-6ABB-B29AEDD48B8E}" dt="2025-08-06T14:46:41.468" v="61" actId="20577"/>
      <pc:docMkLst>
        <pc:docMk/>
      </pc:docMkLst>
      <pc:sldChg chg="modSp">
        <pc:chgData name="Arman  Melkunyan" userId="S::arman.melkunyan@volo.global::adec0dab-09c2-4077-b9f0-87fcb0743dc9" providerId="AD" clId="Web-{7A8423F2-74B2-5516-6ABB-B29AEDD48B8E}" dt="2025-08-06T14:46:41.468" v="61" actId="20577"/>
        <pc:sldMkLst>
          <pc:docMk/>
          <pc:sldMk cId="1879637560" sldId="494"/>
        </pc:sldMkLst>
        <pc:spChg chg="mod">
          <ac:chgData name="Arman  Melkunyan" userId="S::arman.melkunyan@volo.global::adec0dab-09c2-4077-b9f0-87fcb0743dc9" providerId="AD" clId="Web-{7A8423F2-74B2-5516-6ABB-B29AEDD48B8E}" dt="2025-08-06T14:42:47.137" v="33" actId="20577"/>
          <ac:spMkLst>
            <pc:docMk/>
            <pc:sldMk cId="1879637560" sldId="494"/>
            <ac:spMk id="7" creationId="{EA79FB15-3F92-3ED4-A745-B9FE3E552E3C}"/>
          </ac:spMkLst>
        </pc:spChg>
        <pc:spChg chg="mod">
          <ac:chgData name="Arman  Melkunyan" userId="S::arman.melkunyan@volo.global::adec0dab-09c2-4077-b9f0-87fcb0743dc9" providerId="AD" clId="Web-{7A8423F2-74B2-5516-6ABB-B29AEDD48B8E}" dt="2025-08-06T14:43:50.544" v="42" actId="20577"/>
          <ac:spMkLst>
            <pc:docMk/>
            <pc:sldMk cId="1879637560" sldId="494"/>
            <ac:spMk id="12" creationId="{260B3BA6-F96A-E984-3C70-408214CD5906}"/>
          </ac:spMkLst>
        </pc:spChg>
        <pc:spChg chg="mod">
          <ac:chgData name="Arman  Melkunyan" userId="S::arman.melkunyan@volo.global::adec0dab-09c2-4077-b9f0-87fcb0743dc9" providerId="AD" clId="Web-{7A8423F2-74B2-5516-6ABB-B29AEDD48B8E}" dt="2025-08-06T14:46:41.468" v="61" actId="20577"/>
          <ac:spMkLst>
            <pc:docMk/>
            <pc:sldMk cId="1879637560" sldId="494"/>
            <ac:spMk id="18" creationId="{6757818A-6F5E-541A-AB7D-7C0E20A26CEF}"/>
          </ac:spMkLst>
        </pc:spChg>
        <pc:picChg chg="mod">
          <ac:chgData name="Arman  Melkunyan" userId="S::arman.melkunyan@volo.global::adec0dab-09c2-4077-b9f0-87fcb0743dc9" providerId="AD" clId="Web-{7A8423F2-74B2-5516-6ABB-B29AEDD48B8E}" dt="2025-08-06T14:42:51.731" v="34" actId="1076"/>
          <ac:picMkLst>
            <pc:docMk/>
            <pc:sldMk cId="1879637560" sldId="494"/>
            <ac:picMk id="3" creationId="{95542D1D-6A92-4DBD-B595-9E9B63C0BDC5}"/>
          </ac:picMkLst>
        </pc:picChg>
      </pc:sldChg>
    </pc:docChg>
  </pc:docChgLst>
  <pc:docChgLst>
    <pc:chgData name="Hermine Petrosyan" userId="S::hermine.petrosyan@volo.global::265afe5d-efae-43f9-b194-f147a212a897" providerId="AD" clId="Web-{BEDC2A97-6F26-3372-71F2-B6A220F9CDB7}"/>
    <pc:docChg chg="modSld">
      <pc:chgData name="Hermine Petrosyan" userId="S::hermine.petrosyan@volo.global::265afe5d-efae-43f9-b194-f147a212a897" providerId="AD" clId="Web-{BEDC2A97-6F26-3372-71F2-B6A220F9CDB7}" dt="2025-08-08T11:13:11.997" v="3"/>
      <pc:docMkLst>
        <pc:docMk/>
      </pc:docMkLst>
      <pc:sldChg chg="addSp delSp modSp">
        <pc:chgData name="Hermine Petrosyan" userId="S::hermine.petrosyan@volo.global::265afe5d-efae-43f9-b194-f147a212a897" providerId="AD" clId="Web-{BEDC2A97-6F26-3372-71F2-B6A220F9CDB7}" dt="2025-08-08T11:13:11.997" v="3"/>
        <pc:sldMkLst>
          <pc:docMk/>
          <pc:sldMk cId="1888899369" sldId="468"/>
        </pc:sldMkLst>
        <pc:picChg chg="add del mod">
          <ac:chgData name="Hermine Petrosyan" userId="S::hermine.petrosyan@volo.global::265afe5d-efae-43f9-b194-f147a212a897" providerId="AD" clId="Web-{BEDC2A97-6F26-3372-71F2-B6A220F9CDB7}" dt="2025-08-08T11:12:35.184" v="2"/>
          <ac:picMkLst>
            <pc:docMk/>
            <pc:sldMk cId="1888899369" sldId="468"/>
            <ac:picMk id="4" creationId="{E63B1E0A-BE93-4C04-EC2D-0C3EB67E7598}"/>
          </ac:picMkLst>
        </pc:picChg>
        <pc:picChg chg="add mod">
          <ac:chgData name="Hermine Petrosyan" userId="S::hermine.petrosyan@volo.global::265afe5d-efae-43f9-b194-f147a212a897" providerId="AD" clId="Web-{BEDC2A97-6F26-3372-71F2-B6A220F9CDB7}" dt="2025-08-08T11:13:11.997" v="3"/>
          <ac:picMkLst>
            <pc:docMk/>
            <pc:sldMk cId="1888899369" sldId="468"/>
            <ac:picMk id="7" creationId="{9DAFCE81-C2F6-0968-57C9-30507CDCFE6D}"/>
          </ac:picMkLst>
        </pc:picChg>
        <pc:picChg chg="del">
          <ac:chgData name="Hermine Petrosyan" userId="S::hermine.petrosyan@volo.global::265afe5d-efae-43f9-b194-f147a212a897" providerId="AD" clId="Web-{BEDC2A97-6F26-3372-71F2-B6A220F9CDB7}" dt="2025-08-08T11:11:48.260" v="0"/>
          <ac:picMkLst>
            <pc:docMk/>
            <pc:sldMk cId="1888899369" sldId="468"/>
            <ac:picMk id="8" creationId="{120C738A-D979-ADD2-E9F3-F2165B65D903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3C85D99-F9D1-4CD8-8EC2-758CB8DCC4D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DEF009-61D1-47AA-B93D-0DE583BDB3D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137240-62B8-4070-9F24-478463FD35AD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40AE40-FF11-4C86-8606-29601A1BD74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718343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28C704-B521-4682-93B6-3DDD2F77EAB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057900" y="718343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20F5CC-36D0-4B55-89F5-7896EF8EA5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7817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85A6E5-3B4C-4AD2-9F0B-9A5AED9C9B13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543300" y="946150"/>
            <a:ext cx="3606800" cy="2551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640138"/>
            <a:ext cx="8553450" cy="29781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91F4EA-2EBD-4CAD-8A15-0618E8EEE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689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1F4EA-2EBD-4CAD-8A15-0618E8EEE58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3802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1F4EA-2EBD-4CAD-8A15-0618E8EEE58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4041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1F4EA-2EBD-4CAD-8A15-0618E8EEE58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1665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1F4EA-2EBD-4CAD-8A15-0618E8EEE58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8686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1F4EA-2EBD-4CAD-8A15-0618E8EEE58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3688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1F4EA-2EBD-4CAD-8A15-0618E8EEE58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0878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1F4EA-2EBD-4CAD-8A15-0618E8EEE58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6218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1F4EA-2EBD-4CAD-8A15-0618E8EEE58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2707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92759" y="488498"/>
            <a:ext cx="6307881" cy="461665"/>
          </a:xfrm>
          <a:prstGeom prst="rect">
            <a:avLst/>
          </a:prstGeom>
        </p:spPr>
        <p:txBody>
          <a:bodyPr lIns="0" tIns="0" rIns="0" bIns="0"/>
          <a:lstStyle>
            <a:lvl1pPr>
              <a:defRPr sz="3000" b="0" i="0">
                <a:solidFill>
                  <a:srgbClr val="414142"/>
                </a:solidFill>
                <a:latin typeface="Muli Light" pitchFamily="2" charset="0"/>
                <a:cs typeface="Muli Light" pitchFamily="2" charset="0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230832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500">
                <a:latin typeface="Muli Light" pitchFamily="2" charset="0"/>
              </a:defRPr>
            </a:lvl1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2" userDrawn="1">
          <p15:clr>
            <a:srgbClr val="FBAE40"/>
          </p15:clr>
        </p15:guide>
        <p15:guide id="2" pos="336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2" userDrawn="1">
          <p15:clr>
            <a:srgbClr val="FBAE40"/>
          </p15:clr>
        </p15:guide>
        <p15:guide id="2" pos="336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2" userDrawn="1">
          <p15:clr>
            <a:srgbClr val="FBAE40"/>
          </p15:clr>
        </p15:guide>
        <p15:guide id="2" pos="336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+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1">
            <a:extLst>
              <a:ext uri="{FF2B5EF4-FFF2-40B4-BE49-F238E27FC236}">
                <a16:creationId xmlns:a16="http://schemas.microsoft.com/office/drawing/2014/main" id="{45170149-4545-47DC-8E2D-34C96B8A2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170" y="7009644"/>
            <a:ext cx="5491117" cy="201145"/>
          </a:xfrm>
        </p:spPr>
        <p:txBody>
          <a:bodyPr lIns="0" tIns="46800" rIns="0"/>
          <a:lstStyle>
            <a:lvl1pPr algn="l">
              <a:defRPr>
                <a:solidFill>
                  <a:srgbClr val="A7DDF3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1479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2" userDrawn="1">
          <p15:clr>
            <a:srgbClr val="FBAE40"/>
          </p15:clr>
        </p15:guide>
        <p15:guide id="2" pos="3368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99" r:id="rId4"/>
  </p:sldLayoutIdLst>
  <p:hf hdr="0" dt="0"/>
  <p:txStyles>
    <p:titleStyle>
      <a:lvl1pPr>
        <a:defRPr>
          <a:latin typeface="Muli Light" pitchFamily="2" charset="0"/>
          <a:ea typeface="+mj-ea"/>
          <a:cs typeface="+mj-cs"/>
        </a:defRPr>
      </a:lvl1pPr>
    </p:titleStyle>
    <p:bodyStyle>
      <a:lvl1pPr marL="0">
        <a:defRPr>
          <a:latin typeface="Muli Light" pitchFamily="2" charset="0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7.svg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6.png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9" Type="http://schemas.openxmlformats.org/officeDocument/2006/relationships/image" Target="../media/image11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7.svg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6.png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9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9.sv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7.svg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3.xml"/><Relationship Id="rId6" Type="http://schemas.openxmlformats.org/officeDocument/2006/relationships/image" Target="../media/image6.png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9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7.svg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4.xml"/><Relationship Id="rId6" Type="http://schemas.openxmlformats.org/officeDocument/2006/relationships/image" Target="../media/image6.png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9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7.svg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5.xml"/><Relationship Id="rId6" Type="http://schemas.openxmlformats.org/officeDocument/2006/relationships/image" Target="../media/image6.png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9" Type="http://schemas.openxmlformats.org/officeDocument/2006/relationships/image" Target="../media/image1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606E129D-A9C5-408D-AF75-9820DEAA2E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-52388"/>
            <a:ext cx="10742266" cy="76676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F9BA706-2A90-402F-A9FA-6EBF4801FC1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0806" y="2257425"/>
            <a:ext cx="2007989" cy="20079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96E141E-EF58-4D60-B3C4-1FEF22773D2A}"/>
              </a:ext>
            </a:extLst>
          </p:cNvPr>
          <p:cNvSpPr txBox="1"/>
          <p:nvPr/>
        </p:nvSpPr>
        <p:spPr>
          <a:xfrm>
            <a:off x="2184400" y="4255435"/>
            <a:ext cx="719557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+mj-lt"/>
              </a:rPr>
              <a:t>Chatbot Evaluation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8EBC8C9-CF2F-4D5E-B31B-243A956BBF2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89100" y="4162425"/>
            <a:ext cx="6995160" cy="43306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D9D081CF-29A5-45D8-A91C-0D883F43375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36160" y="6932508"/>
            <a:ext cx="1097280" cy="216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375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5542D1D-6A92-4DBD-B595-9E9B63C0BD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" y="6880225"/>
            <a:ext cx="10693401" cy="7112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DD165183-9E92-4A41-8FE4-CCB99E1FA8C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9900" y="7134225"/>
            <a:ext cx="1097280" cy="21674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E0BE4FDD-6070-4E59-A83E-587AE87EE62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9900" y="504825"/>
            <a:ext cx="1413902" cy="46672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194812C-DE33-41D3-8F73-0BF9FC4CAECC}"/>
              </a:ext>
            </a:extLst>
          </p:cNvPr>
          <p:cNvSpPr txBox="1"/>
          <p:nvPr/>
        </p:nvSpPr>
        <p:spPr>
          <a:xfrm>
            <a:off x="674942" y="1845864"/>
            <a:ext cx="9343514" cy="390876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600" dirty="0"/>
              <a:t>This framework provides an </a:t>
            </a:r>
            <a:r>
              <a:rPr lang="en-US" sz="1600" b="1" dirty="0"/>
              <a:t>automated and objective approach for evaluating RAG-based chatbots</a:t>
            </a:r>
            <a:r>
              <a:rPr lang="en-US" sz="1600" dirty="0"/>
              <a:t> using </a:t>
            </a:r>
            <a:r>
              <a:rPr lang="en-US" sz="1600" b="1" dirty="0"/>
              <a:t>LLM-as-a-Judge with RAGAS</a:t>
            </a:r>
            <a:r>
              <a:rPr lang="en-US" sz="1600" dirty="0"/>
              <a:t>.</a:t>
            </a:r>
          </a:p>
          <a:p>
            <a:endParaRPr lang="en-US" sz="1600" dirty="0">
              <a:solidFill>
                <a:srgbClr val="1A1C1E"/>
              </a:solidFill>
              <a:latin typeface="+mj-lt"/>
            </a:endParaRPr>
          </a:p>
          <a:p>
            <a:r>
              <a:rPr lang="en-US" sz="1600" dirty="0"/>
              <a:t>Instead of manual testing or predefined datasets, the system automatically generates test data, executes real chatbot interactions, and evaluates chatbot quality using standardized RAG evaluation metrics.</a:t>
            </a:r>
            <a:endParaRPr lang="en-US" sz="1600" b="0" i="0" dirty="0">
              <a:solidFill>
                <a:srgbClr val="1A1C1E"/>
              </a:solidFill>
              <a:effectLst/>
              <a:latin typeface="+mj-lt"/>
            </a:endParaRPr>
          </a:p>
          <a:p>
            <a:pPr algn="l"/>
            <a:endParaRPr lang="en-US" sz="1600" b="0" i="0" dirty="0">
              <a:solidFill>
                <a:srgbClr val="1A1C1E"/>
              </a:solidFill>
              <a:effectLst/>
              <a:latin typeface="+mj-lt"/>
            </a:endParaRPr>
          </a:p>
          <a:p>
            <a:endParaRPr lang="en-US" sz="2000" b="1" dirty="0"/>
          </a:p>
          <a:p>
            <a:r>
              <a:rPr lang="en-US" sz="2000" b="1" dirty="0"/>
              <a:t>Key Objectives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A1C1E"/>
                </a:solidFill>
                <a:latin typeface="+mj-lt"/>
              </a:rPr>
              <a:t>Ensure chatbot answers are accurate, relevant, and grounded in documentation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A1C1E"/>
                </a:solidFill>
                <a:latin typeface="+mj-lt"/>
              </a:rPr>
              <a:t>Detect hallucinations and retrieval failures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A1C1E"/>
                </a:solidFill>
                <a:latin typeface="+mj-lt"/>
              </a:rPr>
              <a:t>Replace subjective manual validation with measurable metrics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A1C1E"/>
                </a:solidFill>
                <a:latin typeface="+mj-lt"/>
              </a:rPr>
              <a:t>Enable scalable testing across releases</a:t>
            </a:r>
          </a:p>
          <a:p>
            <a:pPr algn="l"/>
            <a:endParaRPr lang="en-US" sz="1600" b="0" i="0" dirty="0">
              <a:solidFill>
                <a:srgbClr val="1A1C1E"/>
              </a:solidFill>
              <a:effectLst/>
              <a:latin typeface="+mj-lt"/>
            </a:endParaRPr>
          </a:p>
          <a:p>
            <a:pPr algn="l"/>
            <a:endParaRPr lang="en-US" sz="1600" dirty="0">
              <a:solidFill>
                <a:srgbClr val="1A1C1E"/>
              </a:solidFill>
              <a:latin typeface="+mj-lt"/>
            </a:endParaRPr>
          </a:p>
          <a:p>
            <a:pPr algn="l"/>
            <a:endParaRPr lang="en-US" sz="1600" b="0" i="0" dirty="0">
              <a:solidFill>
                <a:srgbClr val="1A1C1E"/>
              </a:solidFill>
              <a:effectLst/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696458-515F-4204-BFBA-8AB4431DB866}"/>
              </a:ext>
            </a:extLst>
          </p:cNvPr>
          <p:cNvSpPr txBox="1"/>
          <p:nvPr/>
        </p:nvSpPr>
        <p:spPr>
          <a:xfrm>
            <a:off x="1993900" y="445799"/>
            <a:ext cx="822960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/>
            <a:r>
              <a:rPr lang="en-US" sz="2800" b="1" i="0" dirty="0">
                <a:solidFill>
                  <a:srgbClr val="1A1C1E"/>
                </a:solidFill>
                <a:effectLst/>
                <a:latin typeface="+mj-lt"/>
              </a:rPr>
              <a:t>Overview</a:t>
            </a:r>
            <a:endParaRPr lang="en-US" sz="2800" b="1" dirty="0">
              <a:solidFill>
                <a:srgbClr val="1A1C1E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50179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5542D1D-6A92-4DBD-B595-9E9B63C0BD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" y="6880225"/>
            <a:ext cx="10693401" cy="7112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DD165183-9E92-4A41-8FE4-CCB99E1FA8C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9900" y="7134225"/>
            <a:ext cx="1097280" cy="21674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E0BE4FDD-6070-4E59-A83E-587AE87EE62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9900" y="504825"/>
            <a:ext cx="1413902" cy="46672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194812C-DE33-41D3-8F73-0BF9FC4CAECC}"/>
              </a:ext>
            </a:extLst>
          </p:cNvPr>
          <p:cNvSpPr txBox="1"/>
          <p:nvPr/>
        </p:nvSpPr>
        <p:spPr>
          <a:xfrm>
            <a:off x="469900" y="1177955"/>
            <a:ext cx="9343514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/>
            <a:endParaRPr lang="en-US" sz="2400" b="0" i="0" dirty="0">
              <a:solidFill>
                <a:srgbClr val="1A1C1E"/>
              </a:solidFill>
              <a:effectLst/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92CCFC-A788-429A-97BA-910457911A97}"/>
              </a:ext>
            </a:extLst>
          </p:cNvPr>
          <p:cNvSpPr txBox="1"/>
          <p:nvPr/>
        </p:nvSpPr>
        <p:spPr>
          <a:xfrm>
            <a:off x="1993900" y="445799"/>
            <a:ext cx="8229600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/>
            <a:r>
              <a:rPr lang="en-US" sz="2800" b="1" dirty="0">
                <a:solidFill>
                  <a:srgbClr val="1A1C1E"/>
                </a:solidFill>
                <a:latin typeface="+mj-lt"/>
              </a:rPr>
              <a:t>Solution</a:t>
            </a:r>
            <a:r>
              <a:rPr lang="en-US" sz="3200" b="1" i="0" dirty="0">
                <a:solidFill>
                  <a:srgbClr val="1A1C1E"/>
                </a:solidFill>
                <a:effectLst/>
                <a:latin typeface="+mj-lt"/>
              </a:rPr>
              <a:t> </a:t>
            </a:r>
            <a:r>
              <a:rPr lang="en-US" sz="2800" b="1" dirty="0">
                <a:solidFill>
                  <a:srgbClr val="1A1C1E"/>
                </a:solidFill>
                <a:latin typeface="+mj-lt"/>
              </a:rPr>
              <a:t>Architecture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4A22C8-BA05-15DC-4667-4936C5098D44}"/>
              </a:ext>
            </a:extLst>
          </p:cNvPr>
          <p:cNvSpPr txBox="1"/>
          <p:nvPr/>
        </p:nvSpPr>
        <p:spPr>
          <a:xfrm>
            <a:off x="1018540" y="1127335"/>
            <a:ext cx="9032499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Phase 1: Data Generation</a:t>
            </a:r>
          </a:p>
          <a:p>
            <a:r>
              <a:rPr lang="en-US" sz="1400" dirty="0"/>
              <a:t>Raw documents (PDFs, articles, chunks, knowledge base content) are ingested.</a:t>
            </a:r>
          </a:p>
          <a:p>
            <a:r>
              <a:rPr lang="en-US" sz="1400" dirty="0"/>
              <a:t>An LLM generates a </a:t>
            </a:r>
            <a:r>
              <a:rPr lang="en-US" sz="1400" b="1" dirty="0"/>
              <a:t>Synthetic Dataset </a:t>
            </a:r>
            <a:r>
              <a:rPr lang="en-US" sz="1400" dirty="0"/>
              <a:t>automatically: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Questions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Reference Context (ground truth)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US" sz="1400" b="1" dirty="0"/>
              <a:t>Phase 2: Inference</a:t>
            </a:r>
          </a:p>
          <a:p>
            <a:r>
              <a:rPr lang="en-US" sz="1400" dirty="0"/>
              <a:t>Generated questions are sent to the Chatbot API</a:t>
            </a:r>
          </a:p>
          <a:p>
            <a:r>
              <a:rPr lang="en-US" sz="1400" dirty="0"/>
              <a:t>The chatbot responds </a:t>
            </a:r>
            <a:r>
              <a:rPr lang="en-US" sz="1400" b="1" dirty="0"/>
              <a:t>blindly</a:t>
            </a:r>
            <a:r>
              <a:rPr lang="en-US" sz="1400" dirty="0"/>
              <a:t>, without access to reference answers</a:t>
            </a:r>
          </a:p>
          <a:p>
            <a:r>
              <a:rPr lang="en-US" sz="1400" dirty="0"/>
              <a:t>Output includes: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Chatbot answer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Retrieved chunks / article links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US" sz="1400" b="1" dirty="0"/>
              <a:t>Phase 3: Data Preparation</a:t>
            </a:r>
          </a:p>
          <a:p>
            <a:r>
              <a:rPr lang="en-US" sz="1400" dirty="0"/>
              <a:t>All evaluation inputs are structured into a unified dataset: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Question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Reference context (expected chunks)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Chatbot answer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Retrieved context (chunks used by chatbot)</a:t>
            </a:r>
          </a:p>
          <a:p>
            <a:endParaRPr lang="en-US" sz="1400" dirty="0"/>
          </a:p>
          <a:p>
            <a:r>
              <a:rPr lang="en-US" sz="1400" b="1" dirty="0"/>
              <a:t>Phase 4: RAGAS Evaluation</a:t>
            </a:r>
          </a:p>
          <a:p>
            <a:r>
              <a:rPr lang="en-US" sz="1400" dirty="0"/>
              <a:t>RAGAS evaluates chatbot performance using: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/>
              <a:t>Context Precision</a:t>
            </a:r>
            <a:r>
              <a:rPr lang="en-US" sz="1400" dirty="0"/>
              <a:t>→ Are retrieved chunks relevant?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/>
              <a:t>Context Recall</a:t>
            </a:r>
            <a:r>
              <a:rPr lang="en-US" sz="1400" dirty="0"/>
              <a:t>→ Is required information successfully retrieved?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/>
              <a:t>Faithfulness</a:t>
            </a:r>
            <a:r>
              <a:rPr lang="en-US" sz="1400" dirty="0"/>
              <a:t>→ Is the answer supported by retrieved context?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/>
              <a:t>Answer Correctness</a:t>
            </a:r>
            <a:r>
              <a:rPr lang="en-US" sz="1400" dirty="0"/>
              <a:t>→ Does the answer correctly address the question?</a:t>
            </a:r>
          </a:p>
        </p:txBody>
      </p:sp>
    </p:spTree>
    <p:extLst>
      <p:ext uri="{BB962C8B-B14F-4D97-AF65-F5344CB8AC3E}">
        <p14:creationId xmlns:p14="http://schemas.microsoft.com/office/powerpoint/2010/main" val="10143523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5542D1D-6A92-4DBD-B595-9E9B63C0BD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" y="6880225"/>
            <a:ext cx="10693401" cy="7112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DD165183-9E92-4A41-8FE4-CCB99E1FA8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9900" y="7134225"/>
            <a:ext cx="1097280" cy="21674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E0BE4FDD-6070-4E59-A83E-587AE87EE62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9900" y="504825"/>
            <a:ext cx="1413902" cy="4667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74ED70B-B69D-B748-BDEB-4BA290A003D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18" y="1595336"/>
            <a:ext cx="10530564" cy="4815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290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5542D1D-6A92-4DBD-B595-9E9B63C0BD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" y="6880225"/>
            <a:ext cx="10693401" cy="7112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DD165183-9E92-4A41-8FE4-CCB99E1FA8C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9900" y="7134225"/>
            <a:ext cx="1097280" cy="21674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E0BE4FDD-6070-4E59-A83E-587AE87EE62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9900" y="504825"/>
            <a:ext cx="1413902" cy="4667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1E10A94-C4A8-3B88-9F4A-D2F76585B293}"/>
              </a:ext>
            </a:extLst>
          </p:cNvPr>
          <p:cNvSpPr txBox="1"/>
          <p:nvPr/>
        </p:nvSpPr>
        <p:spPr>
          <a:xfrm>
            <a:off x="1993900" y="445799"/>
            <a:ext cx="8229600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/>
            <a:r>
              <a:rPr lang="en-US" sz="3200" b="1" i="0" dirty="0">
                <a:solidFill>
                  <a:srgbClr val="1A1C1E"/>
                </a:solidFill>
                <a:effectLst/>
                <a:latin typeface="+mj-lt"/>
              </a:rPr>
              <a:t>Cost Analysis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9330603-E1F2-487E-8D82-A45E721B87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5586831"/>
              </p:ext>
            </p:extLst>
          </p:nvPr>
        </p:nvGraphicFramePr>
        <p:xfrm>
          <a:off x="612775" y="1483995"/>
          <a:ext cx="9223374" cy="459486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227702">
                  <a:extLst>
                    <a:ext uri="{9D8B030D-6E8A-4147-A177-3AD203B41FA5}">
                      <a16:colId xmlns:a16="http://schemas.microsoft.com/office/drawing/2014/main" val="1983945514"/>
                    </a:ext>
                  </a:extLst>
                </a:gridCol>
                <a:gridCol w="6995672">
                  <a:extLst>
                    <a:ext uri="{9D8B030D-6E8A-4147-A177-3AD203B41FA5}">
                      <a16:colId xmlns:a16="http://schemas.microsoft.com/office/drawing/2014/main" val="2329093991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</a:rPr>
                        <a:t>Category</a:t>
                      </a:r>
                      <a:endParaRPr lang="en-US" sz="1800" b="1" dirty="0">
                        <a:effectLst/>
                        <a:latin typeface="Inter"/>
                      </a:endParaRPr>
                    </a:p>
                  </a:txBody>
                  <a:tcPr marL="114300" marR="114300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</a:rPr>
                        <a:t>Details</a:t>
                      </a:r>
                      <a:endParaRPr lang="en-US" sz="1800" b="1" dirty="0">
                        <a:effectLst/>
                        <a:latin typeface="Inter"/>
                      </a:endParaRPr>
                    </a:p>
                  </a:txBody>
                  <a:tcPr marL="114300" marR="114300" marT="57150" marB="5715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1270285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</a:rPr>
                        <a:t>Model Used</a:t>
                      </a:r>
                      <a:endParaRPr lang="en-US" sz="1800" b="0" dirty="0">
                        <a:effectLst/>
                        <a:latin typeface="Inter"/>
                      </a:endParaRPr>
                    </a:p>
                  </a:txBody>
                  <a:tcPr marL="114300" marR="114300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effectLst/>
                        </a:rPr>
                        <a:t>GPT-4o-mini</a:t>
                      </a:r>
                      <a:endParaRPr lang="en-US" sz="1800" b="0" dirty="0">
                        <a:effectLst/>
                        <a:latin typeface="Inter"/>
                      </a:endParaRPr>
                    </a:p>
                  </a:txBody>
                  <a:tcPr marL="114300" marR="114300" marT="57150" marB="5715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7706708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</a:rPr>
                        <a:t>Scenario</a:t>
                      </a:r>
                      <a:endParaRPr lang="en-US" sz="1800" b="0" dirty="0">
                        <a:effectLst/>
                        <a:latin typeface="Inter"/>
                      </a:endParaRPr>
                    </a:p>
                  </a:txBody>
                  <a:tcPr marL="114300" marR="114300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effectLst/>
                        </a:rPr>
                        <a:t>Processing 1 Standard Article</a:t>
                      </a:r>
                      <a:endParaRPr lang="en-US" sz="1800" b="0" dirty="0">
                        <a:effectLst/>
                        <a:latin typeface="Inter"/>
                      </a:endParaRPr>
                    </a:p>
                  </a:txBody>
                  <a:tcPr marL="114300" marR="114300" marT="57150" marB="5715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2432208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</a:rPr>
                        <a:t>Article Size</a:t>
                      </a:r>
                      <a:endParaRPr lang="en-US" sz="1800" b="0" dirty="0">
                        <a:effectLst/>
                        <a:latin typeface="Inter"/>
                      </a:endParaRPr>
                    </a:p>
                  </a:txBody>
                  <a:tcPr marL="114300" marR="114300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effectLst/>
                        </a:rPr>
                        <a:t>~1,000 words (~1,300 Tokens)</a:t>
                      </a:r>
                      <a:endParaRPr lang="en-US" sz="1800" b="0" dirty="0">
                        <a:effectLst/>
                        <a:latin typeface="Inter"/>
                      </a:endParaRPr>
                    </a:p>
                  </a:txBody>
                  <a:tcPr marL="114300" marR="114300" marT="57150" marB="5715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410797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lang="en-US" sz="1800" b="1">
                          <a:effectLst/>
                        </a:rPr>
                        <a:t>Operations</a:t>
                      </a:r>
                      <a:endParaRPr lang="en-US" sz="1800" b="0">
                        <a:effectLst/>
                        <a:latin typeface="Inter"/>
                      </a:endParaRPr>
                    </a:p>
                  </a:txBody>
                  <a:tcPr marL="114300" marR="114300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effectLst/>
                        </a:rPr>
                        <a:t>Generate 5 Q&amp;A pairs + Evaluate</a:t>
                      </a:r>
                      <a:endParaRPr lang="en-US" sz="1800" b="0" dirty="0">
                        <a:effectLst/>
                        <a:latin typeface="Inter"/>
                      </a:endParaRPr>
                    </a:p>
                  </a:txBody>
                  <a:tcPr marL="114300" marR="114300" marT="57150" marB="5715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6186023"/>
                  </a:ext>
                </a:extLst>
              </a:tr>
              <a:tr h="937260"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</a:rPr>
                        <a:t>Token Breakdown</a:t>
                      </a:r>
                      <a:endParaRPr lang="en-US" sz="1800" b="0" dirty="0">
                        <a:effectLst/>
                        <a:latin typeface="Inter"/>
                      </a:endParaRPr>
                    </a:p>
                  </a:txBody>
                  <a:tcPr marL="114300" marR="114300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</a:rPr>
                        <a:t>Input:</a:t>
                      </a:r>
                      <a:r>
                        <a:rPr lang="en-US" sz="1800" b="0" dirty="0">
                          <a:effectLst/>
                        </a:rPr>
                        <a:t> ~3,500 tokens (Reading docs, Context, System Prompts)</a:t>
                      </a:r>
                    </a:p>
                    <a:p>
                      <a:r>
                        <a:rPr lang="en-US" sz="1800" b="1" dirty="0">
                          <a:effectLst/>
                        </a:rPr>
                        <a:t>Output:</a:t>
                      </a:r>
                      <a:r>
                        <a:rPr lang="en-US" sz="1800" b="0" dirty="0">
                          <a:effectLst/>
                        </a:rPr>
                        <a:t> ~700 tokens (JSON generation, Scores, Reasoning)</a:t>
                      </a:r>
                      <a:endParaRPr lang="en-US" sz="1800" b="0" dirty="0">
                        <a:effectLst/>
                        <a:latin typeface="Inter"/>
                      </a:endParaRPr>
                    </a:p>
                  </a:txBody>
                  <a:tcPr marL="114300" marR="114300" marT="57150" marB="5715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504861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</a:rPr>
                        <a:t>Pricing Model</a:t>
                      </a:r>
                      <a:endParaRPr lang="en-US" sz="1800" b="0" dirty="0">
                        <a:effectLst/>
                        <a:latin typeface="Inter"/>
                      </a:endParaRPr>
                    </a:p>
                  </a:txBody>
                  <a:tcPr marL="114300" marR="114300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</a:rPr>
                        <a:t>Input:</a:t>
                      </a:r>
                      <a:r>
                        <a:rPr lang="en-US" sz="1800" b="0" dirty="0">
                          <a:effectLst/>
                        </a:rPr>
                        <a:t> $0.15 per 1M tokens</a:t>
                      </a:r>
                    </a:p>
                    <a:p>
                      <a:r>
                        <a:rPr lang="en-US" sz="1800" b="1" dirty="0">
                          <a:effectLst/>
                        </a:rPr>
                        <a:t>Output:</a:t>
                      </a:r>
                      <a:r>
                        <a:rPr lang="en-US" sz="1800" b="0" dirty="0">
                          <a:effectLst/>
                        </a:rPr>
                        <a:t> $0.60 per 1M tokens</a:t>
                      </a:r>
                      <a:endParaRPr lang="en-US" sz="1800" b="0" dirty="0">
                        <a:effectLst/>
                        <a:latin typeface="Inter"/>
                      </a:endParaRPr>
                    </a:p>
                  </a:txBody>
                  <a:tcPr marL="114300" marR="114300" marT="57150" marB="5715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27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lang="en-US" sz="1800" b="1">
                          <a:effectLst/>
                        </a:rPr>
                        <a:t>Cost Per Article</a:t>
                      </a:r>
                      <a:endParaRPr lang="en-US" sz="1800" b="0">
                        <a:effectLst/>
                        <a:latin typeface="Inter"/>
                      </a:endParaRPr>
                    </a:p>
                  </a:txBody>
                  <a:tcPr marL="114300" marR="114300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</a:rPr>
                        <a:t>~$0.001</a:t>
                      </a:r>
                      <a:r>
                        <a:rPr lang="en-US" sz="1800" b="0" dirty="0">
                          <a:effectLst/>
                        </a:rPr>
                        <a:t> </a:t>
                      </a:r>
                      <a:endParaRPr lang="en-US" sz="1800" b="0" dirty="0">
                        <a:effectLst/>
                        <a:latin typeface="Inter"/>
                      </a:endParaRPr>
                    </a:p>
                  </a:txBody>
                  <a:tcPr marL="114300" marR="114300" marT="57150" marB="5715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6928742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r>
                        <a:rPr lang="en-US" sz="1800" b="1">
                          <a:effectLst/>
                        </a:rPr>
                        <a:t>Total Impact</a:t>
                      </a:r>
                      <a:endParaRPr lang="en-US" sz="1800" b="0">
                        <a:effectLst/>
                        <a:latin typeface="Inter"/>
                      </a:endParaRPr>
                    </a:p>
                  </a:txBody>
                  <a:tcPr marL="114300" marR="114300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effectLst/>
                        </a:rPr>
                        <a:t>Fully audit </a:t>
                      </a:r>
                      <a:r>
                        <a:rPr lang="en-US" sz="1800" b="1" dirty="0">
                          <a:effectLst/>
                        </a:rPr>
                        <a:t>1,000 documents</a:t>
                      </a:r>
                      <a:r>
                        <a:rPr lang="en-US" sz="1800" b="0" dirty="0">
                          <a:effectLst/>
                        </a:rPr>
                        <a:t> for approximately </a:t>
                      </a:r>
                      <a:r>
                        <a:rPr lang="en-US" sz="1800" b="1" dirty="0">
                          <a:effectLst/>
                        </a:rPr>
                        <a:t>$1.00 USD</a:t>
                      </a:r>
                      <a:endParaRPr lang="en-US" sz="1800" b="0" dirty="0">
                        <a:effectLst/>
                        <a:latin typeface="Inter"/>
                      </a:endParaRPr>
                    </a:p>
                  </a:txBody>
                  <a:tcPr marL="114300" marR="114300" marT="57150" marB="5715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026911"/>
                  </a:ext>
                </a:extLst>
              </a:tr>
            </a:tbl>
          </a:graphicData>
        </a:graphic>
      </p:graphicFrame>
      <p:sp>
        <p:nvSpPr>
          <p:cNvPr id="9" name="Rectangle 2">
            <a:extLst>
              <a:ext uri="{FF2B5EF4-FFF2-40B4-BE49-F238E27FC236}">
                <a16:creationId xmlns:a16="http://schemas.microsoft.com/office/drawing/2014/main" id="{D719C5EB-C269-478E-90CD-A05788EC0E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013" y="220465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199568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5542D1D-6A92-4DBD-B595-9E9B63C0BD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" y="6880225"/>
            <a:ext cx="10693401" cy="7112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DD165183-9E92-4A41-8FE4-CCB99E1FA8C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9900" y="7134225"/>
            <a:ext cx="1097280" cy="21674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E0BE4FDD-6070-4E59-A83E-587AE87EE62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9900" y="504825"/>
            <a:ext cx="1413902" cy="4667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1E10A94-C4A8-3B88-9F4A-D2F76585B293}"/>
              </a:ext>
            </a:extLst>
          </p:cNvPr>
          <p:cNvSpPr txBox="1"/>
          <p:nvPr/>
        </p:nvSpPr>
        <p:spPr>
          <a:xfrm>
            <a:off x="1993900" y="445799"/>
            <a:ext cx="8229600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/>
            <a:r>
              <a:rPr lang="en-US" sz="3200" b="1" i="0" dirty="0">
                <a:solidFill>
                  <a:srgbClr val="1A1C1E"/>
                </a:solidFill>
                <a:effectLst/>
                <a:latin typeface="+mj-lt"/>
              </a:rPr>
              <a:t>Performance Tracker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6BC597D-8637-48FE-90E2-B5179E70E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0719906"/>
              </p:ext>
            </p:extLst>
          </p:nvPr>
        </p:nvGraphicFramePr>
        <p:xfrm>
          <a:off x="1018540" y="2237557"/>
          <a:ext cx="8466411" cy="260604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003238">
                  <a:extLst>
                    <a:ext uri="{9D8B030D-6E8A-4147-A177-3AD203B41FA5}">
                      <a16:colId xmlns:a16="http://schemas.microsoft.com/office/drawing/2014/main" val="1442266048"/>
                    </a:ext>
                  </a:extLst>
                </a:gridCol>
                <a:gridCol w="3641036">
                  <a:extLst>
                    <a:ext uri="{9D8B030D-6E8A-4147-A177-3AD203B41FA5}">
                      <a16:colId xmlns:a16="http://schemas.microsoft.com/office/drawing/2014/main" val="2078345752"/>
                    </a:ext>
                  </a:extLst>
                </a:gridCol>
                <a:gridCol w="2822137">
                  <a:extLst>
                    <a:ext uri="{9D8B030D-6E8A-4147-A177-3AD203B41FA5}">
                      <a16:colId xmlns:a16="http://schemas.microsoft.com/office/drawing/2014/main" val="20607815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</a:rPr>
                        <a:t>Feature</a:t>
                      </a:r>
                      <a:endParaRPr lang="en-US" b="1" dirty="0">
                        <a:effectLst/>
                        <a:latin typeface="+mj-lt"/>
                      </a:endParaRPr>
                    </a:p>
                  </a:txBody>
                  <a:tcPr marL="114300" marR="114300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Manual Human QA</a:t>
                      </a:r>
                      <a:endParaRPr lang="en-US" b="1">
                        <a:effectLst/>
                        <a:latin typeface="+mj-lt"/>
                      </a:endParaRPr>
                    </a:p>
                  </a:txBody>
                  <a:tcPr marL="114300" marR="114300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</a:rPr>
                        <a:t>Automated Pipeline</a:t>
                      </a:r>
                      <a:endParaRPr lang="en-US" b="1" dirty="0">
                        <a:effectLst/>
                        <a:latin typeface="+mj-lt"/>
                      </a:endParaRPr>
                    </a:p>
                  </a:txBody>
                  <a:tcPr marL="114300" marR="114300" marT="57150" marB="5715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0669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</a:rPr>
                        <a:t>Speed per Query</a:t>
                      </a:r>
                      <a:endParaRPr lang="en-US" b="0" dirty="0">
                        <a:effectLst/>
                        <a:latin typeface="+mj-lt"/>
                      </a:endParaRPr>
                    </a:p>
                  </a:txBody>
                  <a:tcPr marL="114300" marR="114300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effectLst/>
                        </a:rPr>
                        <a:t>~15 Minutes (Read doc, verify answer)</a:t>
                      </a:r>
                      <a:endParaRPr lang="en-US" b="0" dirty="0">
                        <a:effectLst/>
                        <a:latin typeface="+mj-lt"/>
                      </a:endParaRPr>
                    </a:p>
                  </a:txBody>
                  <a:tcPr marL="114300" marR="114300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effectLst/>
                        </a:rPr>
                        <a:t>~3 Seconds</a:t>
                      </a:r>
                      <a:endParaRPr lang="en-US" b="0" dirty="0">
                        <a:effectLst/>
                        <a:latin typeface="+mj-lt"/>
                      </a:endParaRPr>
                    </a:p>
                  </a:txBody>
                  <a:tcPr marL="114300" marR="114300" marT="57150" marB="5715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1828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</a:rPr>
                        <a:t>Volume</a:t>
                      </a:r>
                      <a:endParaRPr lang="en-US" b="0" dirty="0">
                        <a:effectLst/>
                        <a:latin typeface="+mj-lt"/>
                      </a:endParaRPr>
                    </a:p>
                  </a:txBody>
                  <a:tcPr marL="114300" marR="114300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effectLst/>
                        </a:rPr>
                        <a:t>~30 Queries</a:t>
                      </a:r>
                      <a:endParaRPr lang="en-US" b="0" dirty="0">
                        <a:effectLst/>
                        <a:latin typeface="+mj-lt"/>
                      </a:endParaRPr>
                    </a:p>
                  </a:txBody>
                  <a:tcPr marL="114300" marR="114300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effectLst/>
                        </a:rPr>
                        <a:t>~10,000+ Queries</a:t>
                      </a:r>
                      <a:endParaRPr lang="en-US" b="0" dirty="0">
                        <a:effectLst/>
                        <a:latin typeface="+mj-lt"/>
                      </a:endParaRPr>
                    </a:p>
                  </a:txBody>
                  <a:tcPr marL="114300" marR="114300" marT="57150" marB="5715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6742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Consistency</a:t>
                      </a:r>
                      <a:endParaRPr lang="en-US" b="0">
                        <a:effectLst/>
                        <a:latin typeface="+mj-lt"/>
                      </a:endParaRPr>
                    </a:p>
                  </a:txBody>
                  <a:tcPr marL="114300" marR="114300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effectLst/>
                        </a:rPr>
                        <a:t>Low (Varies by person)</a:t>
                      </a:r>
                      <a:endParaRPr lang="en-US" b="0" dirty="0">
                        <a:effectLst/>
                        <a:latin typeface="+mj-lt"/>
                      </a:endParaRPr>
                    </a:p>
                  </a:txBody>
                  <a:tcPr marL="114300" marR="114300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effectLst/>
                        </a:rPr>
                        <a:t>High (Algorithmic)</a:t>
                      </a:r>
                      <a:endParaRPr lang="en-US" b="0" dirty="0">
                        <a:effectLst/>
                        <a:latin typeface="+mj-lt"/>
                      </a:endParaRPr>
                    </a:p>
                  </a:txBody>
                  <a:tcPr marL="114300" marR="114300" marT="57150" marB="5715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84972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</a:rPr>
                        <a:t>Data Points</a:t>
                      </a:r>
                      <a:endParaRPr lang="en-US" b="0" dirty="0">
                        <a:effectLst/>
                        <a:latin typeface="+mj-lt"/>
                      </a:endParaRPr>
                    </a:p>
                  </a:txBody>
                  <a:tcPr marL="114300" marR="114300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</a:rPr>
                        <a:t>Pass/Fail only</a:t>
                      </a:r>
                      <a:endParaRPr lang="en-US" b="0">
                        <a:effectLst/>
                        <a:latin typeface="+mj-lt"/>
                      </a:endParaRPr>
                    </a:p>
                  </a:txBody>
                  <a:tcPr marL="114300" marR="114300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effectLst/>
                        </a:rPr>
                        <a:t>Detailed Semantic Scores</a:t>
                      </a:r>
                      <a:endParaRPr lang="en-US" b="0" dirty="0">
                        <a:effectLst/>
                        <a:latin typeface="+mj-lt"/>
                      </a:endParaRPr>
                    </a:p>
                  </a:txBody>
                  <a:tcPr marL="114300" marR="114300" marT="57150" marB="5715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3405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</a:rPr>
                        <a:t>Feedback Loop</a:t>
                      </a:r>
                      <a:endParaRPr lang="en-US" b="0" dirty="0">
                        <a:effectLst/>
                        <a:latin typeface="+mj-lt"/>
                      </a:endParaRPr>
                    </a:p>
                  </a:txBody>
                  <a:tcPr marL="114300" marR="114300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effectLst/>
                        </a:rPr>
                        <a:t>Days/Weeks</a:t>
                      </a:r>
                      <a:endParaRPr lang="en-US" b="0" dirty="0">
                        <a:effectLst/>
                        <a:latin typeface="+mj-lt"/>
                      </a:endParaRPr>
                    </a:p>
                  </a:txBody>
                  <a:tcPr marL="114300" marR="114300" marT="57150" marB="571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effectLst/>
                        </a:rPr>
                        <a:t>Instant (Power BI)</a:t>
                      </a:r>
                      <a:endParaRPr lang="en-US" b="0" dirty="0">
                        <a:effectLst/>
                        <a:latin typeface="+mj-lt"/>
                      </a:endParaRPr>
                    </a:p>
                  </a:txBody>
                  <a:tcPr marL="114300" marR="114300" marT="57150" marB="5715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69106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46141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606E129D-A9C5-408D-AF75-9820DEAA2E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24433" y="-104775"/>
            <a:ext cx="10742266" cy="76676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F9BA706-2A90-402F-A9FA-6EBF4801FC1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0806" y="2409825"/>
            <a:ext cx="2007989" cy="20079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96E141E-EF58-4D60-B3C4-1FEF22773D2A}"/>
              </a:ext>
            </a:extLst>
          </p:cNvPr>
          <p:cNvSpPr txBox="1"/>
          <p:nvPr/>
        </p:nvSpPr>
        <p:spPr>
          <a:xfrm>
            <a:off x="3822700" y="5288713"/>
            <a:ext cx="2971800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300" dirty="0">
                <a:solidFill>
                  <a:schemeClr val="bg1"/>
                </a:solidFill>
                <a:latin typeface="+mj-lt"/>
              </a:rPr>
              <a:t>Thank You!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8EBC8C9-CF2F-4D5E-B31B-243A956BBF2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13100" y="5127548"/>
            <a:ext cx="4114800" cy="2547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D9D081CF-29A5-45D8-A91C-0D883F43375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36160" y="6932508"/>
            <a:ext cx="1097280" cy="216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4362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5542D1D-6A92-4DBD-B595-9E9B63C0BD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" y="6880225"/>
            <a:ext cx="10693401" cy="7112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DD165183-9E92-4A41-8FE4-CCB99E1FA8C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9900" y="7134225"/>
            <a:ext cx="1097280" cy="21674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E0BE4FDD-6070-4E59-A83E-587AE87EE62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9900" y="504825"/>
            <a:ext cx="1413902" cy="4667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1E10A94-C4A8-3B88-9F4A-D2F76585B293}"/>
              </a:ext>
            </a:extLst>
          </p:cNvPr>
          <p:cNvSpPr txBox="1"/>
          <p:nvPr/>
        </p:nvSpPr>
        <p:spPr>
          <a:xfrm>
            <a:off x="1993900" y="445799"/>
            <a:ext cx="8229600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200" b="1" i="0" dirty="0">
                <a:solidFill>
                  <a:srgbClr val="1A1C1E"/>
                </a:solidFill>
                <a:effectLst/>
                <a:latin typeface="+mj-lt"/>
              </a:rPr>
              <a:t>Metrics – </a:t>
            </a:r>
            <a:r>
              <a:rPr lang="en-US" sz="3200" b="1" i="0" dirty="0" err="1">
                <a:solidFill>
                  <a:srgbClr val="1A1C1E"/>
                </a:solidFill>
                <a:effectLst/>
                <a:latin typeface="+mj-lt"/>
              </a:rPr>
              <a:t>DeepEval</a:t>
            </a:r>
            <a:endParaRPr lang="en-US" sz="3200" b="1" i="0" dirty="0">
              <a:solidFill>
                <a:srgbClr val="1A1C1E"/>
              </a:solidFill>
              <a:effectLst/>
              <a:latin typeface="+mj-lt"/>
              <a:ea typeface="Gadug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DE6D87-82C2-42F3-89DC-CF95C8B7B01C}"/>
              </a:ext>
            </a:extLst>
          </p:cNvPr>
          <p:cNvSpPr txBox="1"/>
          <p:nvPr/>
        </p:nvSpPr>
        <p:spPr>
          <a:xfrm>
            <a:off x="469900" y="1476374"/>
            <a:ext cx="9343514" cy="535531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/>
            <a:r>
              <a:rPr lang="en-US" sz="1600" b="0" i="1" dirty="0" err="1">
                <a:solidFill>
                  <a:srgbClr val="1A1C1E"/>
                </a:solidFill>
                <a:effectLst/>
                <a:latin typeface="+mj-lt"/>
              </a:rPr>
              <a:t>DeepEval</a:t>
            </a:r>
            <a:r>
              <a:rPr lang="en-US" sz="1600" b="0" i="1" dirty="0">
                <a:solidFill>
                  <a:srgbClr val="1A1C1E"/>
                </a:solidFill>
                <a:effectLst/>
                <a:latin typeface="+mj-lt"/>
              </a:rPr>
              <a:t> provides a comprehensive, unit-test style evaluation for LLM outputs. We utilize standard metrics plus custom security protocols.</a:t>
            </a:r>
            <a:endParaRPr lang="en-US" sz="1600" b="0" i="0" dirty="0">
              <a:solidFill>
                <a:srgbClr val="1A1C1E"/>
              </a:solidFill>
              <a:effectLst/>
              <a:latin typeface="+mj-lt"/>
            </a:endParaRPr>
          </a:p>
          <a:p>
            <a:pPr algn="l"/>
            <a:r>
              <a:rPr lang="en-US" sz="1600" b="1" i="0" dirty="0">
                <a:solidFill>
                  <a:srgbClr val="1A1C1E"/>
                </a:solidFill>
                <a:effectLst/>
                <a:latin typeface="+mj-lt"/>
              </a:rPr>
              <a:t>Core Metrics:</a:t>
            </a:r>
            <a:endParaRPr lang="en-US" sz="1600" b="0" i="0" dirty="0">
              <a:solidFill>
                <a:srgbClr val="1A1C1E"/>
              </a:solidFill>
              <a:effectLst/>
              <a:latin typeface="+mj-lt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1" i="0" dirty="0" err="1">
                <a:solidFill>
                  <a:srgbClr val="1A1C1E"/>
                </a:solidFill>
                <a:effectLst/>
                <a:latin typeface="+mj-lt"/>
              </a:rPr>
              <a:t>FaithfulnessMetric</a:t>
            </a:r>
            <a:r>
              <a:rPr lang="en-US" sz="1600" b="1" i="0" dirty="0">
                <a:solidFill>
                  <a:srgbClr val="1A1C1E"/>
                </a:solidFill>
                <a:effectLst/>
                <a:latin typeface="+mj-lt"/>
              </a:rPr>
              <a:t>:</a:t>
            </a:r>
            <a:endParaRPr lang="en-US" sz="1600" b="0" i="0" dirty="0">
              <a:solidFill>
                <a:srgbClr val="1A1C1E"/>
              </a:solidFill>
              <a:effectLst/>
              <a:latin typeface="+mj-lt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1A1C1E"/>
                </a:solidFill>
                <a:effectLst/>
                <a:latin typeface="+mj-lt"/>
              </a:rPr>
              <a:t>Measures if the answer is derived </a:t>
            </a:r>
            <a:r>
              <a:rPr lang="en-US" sz="1600" b="0" i="1" dirty="0">
                <a:solidFill>
                  <a:srgbClr val="1A1C1E"/>
                </a:solidFill>
                <a:effectLst/>
                <a:latin typeface="+mj-lt"/>
              </a:rPr>
              <a:t>solely</a:t>
            </a:r>
            <a:r>
              <a:rPr lang="en-US" sz="1600" b="0" i="0" dirty="0">
                <a:solidFill>
                  <a:srgbClr val="1A1C1E"/>
                </a:solidFill>
                <a:effectLst/>
                <a:latin typeface="+mj-lt"/>
              </a:rPr>
              <a:t> from the retrieved context. This is our primary defense against hallucinations.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rgbClr val="1A1C1E"/>
                </a:solidFill>
                <a:effectLst/>
                <a:latin typeface="+mj-lt"/>
              </a:rPr>
              <a:t> </a:t>
            </a:r>
            <a:r>
              <a:rPr lang="en-US" sz="1600" b="1" i="0" dirty="0" err="1">
                <a:solidFill>
                  <a:srgbClr val="1A1C1E"/>
                </a:solidFill>
                <a:effectLst/>
                <a:latin typeface="+mj-lt"/>
              </a:rPr>
              <a:t>AnswerRelevancyMetric</a:t>
            </a:r>
            <a:r>
              <a:rPr lang="en-US" sz="1600" b="1" i="0" dirty="0">
                <a:solidFill>
                  <a:srgbClr val="1A1C1E"/>
                </a:solidFill>
                <a:effectLst/>
                <a:latin typeface="+mj-lt"/>
              </a:rPr>
              <a:t>:</a:t>
            </a:r>
            <a:endParaRPr lang="en-US" sz="1600" b="0" i="0" dirty="0">
              <a:solidFill>
                <a:srgbClr val="1A1C1E"/>
              </a:solidFill>
              <a:effectLst/>
              <a:latin typeface="+mj-lt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1A1C1E"/>
                </a:solidFill>
                <a:effectLst/>
                <a:latin typeface="+mj-lt"/>
              </a:rPr>
              <a:t>Analyzes whether the generated response actually answers the specific question asked, or if the model is rambling/evading.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rgbClr val="1A1C1E"/>
                </a:solidFill>
                <a:effectLst/>
                <a:latin typeface="+mj-lt"/>
              </a:rPr>
              <a:t> </a:t>
            </a:r>
            <a:r>
              <a:rPr lang="en-US" sz="1600" b="1" i="0" dirty="0" err="1">
                <a:solidFill>
                  <a:srgbClr val="1A1C1E"/>
                </a:solidFill>
                <a:effectLst/>
                <a:latin typeface="+mj-lt"/>
              </a:rPr>
              <a:t>ContextualPrecisionMetric</a:t>
            </a:r>
            <a:r>
              <a:rPr lang="en-US" sz="1600" b="1" i="0" dirty="0">
                <a:solidFill>
                  <a:srgbClr val="1A1C1E"/>
                </a:solidFill>
                <a:effectLst/>
                <a:latin typeface="+mj-lt"/>
              </a:rPr>
              <a:t>:</a:t>
            </a:r>
            <a:endParaRPr lang="en-US" sz="1600" b="0" i="0" dirty="0">
              <a:solidFill>
                <a:srgbClr val="1A1C1E"/>
              </a:solidFill>
              <a:effectLst/>
              <a:latin typeface="+mj-lt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1A1C1E"/>
                </a:solidFill>
                <a:effectLst/>
                <a:latin typeface="+mj-lt"/>
              </a:rPr>
              <a:t>Evaluates the retrieval system: Does the most relevant information appear at the </a:t>
            </a:r>
            <a:r>
              <a:rPr lang="en-US" sz="1600" b="0" i="1" dirty="0">
                <a:solidFill>
                  <a:srgbClr val="1A1C1E"/>
                </a:solidFill>
                <a:effectLst/>
                <a:latin typeface="+mj-lt"/>
              </a:rPr>
              <a:t>top</a:t>
            </a:r>
            <a:r>
              <a:rPr lang="en-US" sz="1600" b="0" i="0" dirty="0">
                <a:solidFill>
                  <a:srgbClr val="1A1C1E"/>
                </a:solidFill>
                <a:effectLst/>
                <a:latin typeface="+mj-lt"/>
              </a:rPr>
              <a:t> of the context window? High scores here ensure the LLM isn't distracted by noise.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rgbClr val="1A1C1E"/>
                </a:solidFill>
                <a:effectLst/>
                <a:latin typeface="+mj-lt"/>
              </a:rPr>
              <a:t> </a:t>
            </a:r>
            <a:r>
              <a:rPr lang="en-US" sz="1600" b="1" i="0" dirty="0" err="1">
                <a:solidFill>
                  <a:srgbClr val="1A1C1E"/>
                </a:solidFill>
                <a:effectLst/>
                <a:latin typeface="+mj-lt"/>
              </a:rPr>
              <a:t>GEval</a:t>
            </a:r>
            <a:r>
              <a:rPr lang="en-US" sz="1600" b="1" i="0" dirty="0">
                <a:solidFill>
                  <a:srgbClr val="1A1C1E"/>
                </a:solidFill>
                <a:effectLst/>
                <a:latin typeface="+mj-lt"/>
              </a:rPr>
              <a:t> (General Evaluation):</a:t>
            </a:r>
            <a:endParaRPr lang="en-US" sz="1600" b="0" i="0" dirty="0">
              <a:solidFill>
                <a:srgbClr val="1A1C1E"/>
              </a:solidFill>
              <a:effectLst/>
              <a:latin typeface="+mj-lt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1A1C1E"/>
                </a:solidFill>
                <a:effectLst/>
                <a:latin typeface="+mj-lt"/>
              </a:rPr>
              <a:t>A flexible framework that uses Chain-of-Thought (</a:t>
            </a:r>
            <a:r>
              <a:rPr lang="en-US" sz="1600" b="0" i="0" dirty="0" err="1">
                <a:solidFill>
                  <a:srgbClr val="1A1C1E"/>
                </a:solidFill>
                <a:effectLst/>
                <a:latin typeface="+mj-lt"/>
              </a:rPr>
              <a:t>CoT</a:t>
            </a:r>
            <a:r>
              <a:rPr lang="en-US" sz="1600" b="0" i="0" dirty="0">
                <a:solidFill>
                  <a:srgbClr val="1A1C1E"/>
                </a:solidFill>
                <a:effectLst/>
                <a:latin typeface="+mj-lt"/>
              </a:rPr>
              <a:t>) reasoning to grade complex criteria (like factual correctness) on a continuous scale (0–1).</a:t>
            </a:r>
          </a:p>
          <a:p>
            <a:pPr algn="l"/>
            <a:r>
              <a:rPr lang="en-US" sz="1600" b="1" i="0" dirty="0">
                <a:solidFill>
                  <a:srgbClr val="1A1C1E"/>
                </a:solidFill>
                <a:effectLst/>
                <a:latin typeface="+mj-lt"/>
              </a:rPr>
              <a:t>Custom &amp; Security Metrics (Extensible):</a:t>
            </a:r>
            <a:endParaRPr lang="en-US" sz="1600" b="0" i="0" dirty="0">
              <a:solidFill>
                <a:srgbClr val="1A1C1E"/>
              </a:solidFill>
              <a:effectLst/>
              <a:latin typeface="+mj-lt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1" dirty="0">
                <a:solidFill>
                  <a:srgbClr val="1A1C1E"/>
                </a:solidFill>
                <a:effectLst/>
                <a:latin typeface="+mj-lt"/>
              </a:rPr>
              <a:t>Beyond standard scoring, we can define custom logic:</a:t>
            </a:r>
            <a:endParaRPr lang="en-US" sz="1600" b="0" i="0" dirty="0">
              <a:solidFill>
                <a:srgbClr val="1A1C1E"/>
              </a:solidFill>
              <a:effectLst/>
              <a:latin typeface="+mj-lt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rgbClr val="1A1C1E"/>
                </a:solidFill>
                <a:effectLst/>
                <a:latin typeface="+mj-lt"/>
              </a:rPr>
              <a:t>Security &amp; PII:</a:t>
            </a:r>
            <a:r>
              <a:rPr lang="en-US" sz="1600" b="0" i="0" dirty="0">
                <a:solidFill>
                  <a:srgbClr val="1A1C1E"/>
                </a:solidFill>
                <a:effectLst/>
                <a:latin typeface="+mj-lt"/>
              </a:rPr>
              <a:t> specific checks to ensure no sensitive data (emails, phone numbers) is leaked.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rgbClr val="1A1C1E"/>
                </a:solidFill>
                <a:effectLst/>
                <a:latin typeface="+mj-lt"/>
              </a:rPr>
              <a:t>Toxicity &amp; Bias:</a:t>
            </a:r>
            <a:r>
              <a:rPr lang="en-US" sz="1600" b="0" i="0" dirty="0">
                <a:solidFill>
                  <a:srgbClr val="1A1C1E"/>
                </a:solidFill>
                <a:effectLst/>
                <a:latin typeface="+mj-lt"/>
              </a:rPr>
              <a:t> Ensuring the model remains polite and neutral.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rgbClr val="1A1C1E"/>
                </a:solidFill>
                <a:effectLst/>
                <a:latin typeface="+mj-lt"/>
              </a:rPr>
              <a:t>Tone Consistency:</a:t>
            </a:r>
            <a:r>
              <a:rPr lang="en-US" sz="1600" b="0" i="0" dirty="0">
                <a:solidFill>
                  <a:srgbClr val="1A1C1E"/>
                </a:solidFill>
                <a:effectLst/>
                <a:latin typeface="+mj-lt"/>
              </a:rPr>
              <a:t> Verifying the persona matches the brand voice (Professional vs. Casual).</a:t>
            </a:r>
          </a:p>
          <a:p>
            <a:pPr algn="l"/>
            <a:endParaRPr lang="en-US" sz="1600" b="0" i="0" dirty="0">
              <a:solidFill>
                <a:srgbClr val="1A1C1E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384104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20972</TotalTime>
  <Words>599</Words>
  <Application>Microsoft Office PowerPoint</Application>
  <PresentationFormat>Custom</PresentationFormat>
  <Paragraphs>105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Inter</vt:lpstr>
      <vt:lpstr>Muli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Fast Facts</dc:title>
  <dc:creator>Rima Khachatryan</dc:creator>
  <cp:lastModifiedBy>Nelli Krtyan</cp:lastModifiedBy>
  <cp:revision>376</cp:revision>
  <dcterms:created xsi:type="dcterms:W3CDTF">2019-01-08T09:52:28Z</dcterms:created>
  <dcterms:modified xsi:type="dcterms:W3CDTF">2026-02-13T08:45:42Z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Adobe Acrobat Pro DC 19.10.20064</vt:lpwstr>
  </property>
  <property fmtid="{D5CDD505-2E9C-101B-9397-08002B2CF9AE}" pid="3" name="MSIP_Label_d432704c-792f-426a-b714-c9a67c56b514_Enabled">
    <vt:lpwstr>true</vt:lpwstr>
  </property>
  <property fmtid="{D5CDD505-2E9C-101B-9397-08002B2CF9AE}" pid="4" name="MSIP_Label_d432704c-792f-426a-b714-c9a67c56b514_SetDate">
    <vt:lpwstr>2023-06-29T19:07:34Z</vt:lpwstr>
  </property>
  <property fmtid="{D5CDD505-2E9C-101B-9397-08002B2CF9AE}" pid="5" name="MSIP_Label_d432704c-792f-426a-b714-c9a67c56b514_Method">
    <vt:lpwstr>Standard</vt:lpwstr>
  </property>
  <property fmtid="{D5CDD505-2E9C-101B-9397-08002B2CF9AE}" pid="6" name="MSIP_Label_d432704c-792f-426a-b714-c9a67c56b514_Name">
    <vt:lpwstr>defa4170-0d19-0005-0004-bc88714345d2</vt:lpwstr>
  </property>
  <property fmtid="{D5CDD505-2E9C-101B-9397-08002B2CF9AE}" pid="7" name="MSIP_Label_d432704c-792f-426a-b714-c9a67c56b514_SiteId">
    <vt:lpwstr>9c5297c1-125f-4355-8797-aa5d0cd33a8a</vt:lpwstr>
  </property>
  <property fmtid="{D5CDD505-2E9C-101B-9397-08002B2CF9AE}" pid="8" name="MSIP_Label_d432704c-792f-426a-b714-c9a67c56b514_ActionId">
    <vt:lpwstr>69f85cff-44b0-429d-bcda-28036da80fe3</vt:lpwstr>
  </property>
  <property fmtid="{D5CDD505-2E9C-101B-9397-08002B2CF9AE}" pid="9" name="MSIP_Label_d432704c-792f-426a-b714-c9a67c56b514_ContentBits">
    <vt:lpwstr>0</vt:lpwstr>
  </property>
</Properties>
</file>